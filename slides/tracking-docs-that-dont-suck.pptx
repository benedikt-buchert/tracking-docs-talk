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26" r:id="rId5"/>
    <p:sldMasterId id="2147483727" r:id="rId6"/>
    <p:sldMasterId id="2147483728" r:id="rId7"/>
  </p:sldMasterIdLst>
  <p:notesMasterIdLst>
    <p:notesMasterId r:id="rId8"/>
  </p:notesMasterIdLst>
  <p:sldIdLst>
    <p:sldId id="256" r:id="rId22"/>
    <p:sldId id="257" r:id="rId23"/>
    <p:sldId id="258" r:id="rId24"/>
    <p:sldId id="259" r:id="rId25"/>
    <p:sldId id="260" r:id="rId26"/>
    <p:sldId id="261" r:id="rId27"/>
    <p:sldId id="262" r:id="rId28"/>
  </p:sldIdLst>
  <p:sldSz cy="5143500" cx="9144000"/>
  <p:notesSz cx="6858000" cy="9144000"/>
  <p:embeddedFontLst>
    <p:embeddedFont>
      <p:font typeface="Proxima Nova"/>
      <p:regular r:id="rId92"/>
      <p:bold r:id="rId93"/>
      <p:italic r:id="rId94"/>
      <p:boldItalic r:id="rId95"/>
    </p:embeddedFont>
    <p:embeddedFont>
      <p:font typeface="Roboto"/>
      <p:regular r:id="rId96"/>
      <p:bold r:id="rId97"/>
      <p:italic r:id="rId98"/>
      <p:boldItalic r:id="rId99"/>
    </p:embeddedFont>
    <p:embeddedFont>
      <p:font typeface="Helvetica Neue"/>
      <p:regular r:id="rId100"/>
      <p:bold r:id="rId101"/>
      <p:italic r:id="rId102"/>
      <p:boldItalic r:id="rId103"/>
    </p:embeddedFont>
    <p:embeddedFont>
      <p:font typeface="Arial Black"/>
      <p:regular r:id="rId10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752">
          <p15:clr>
            <a:srgbClr val="747775"/>
          </p15:clr>
        </p15:guide>
        <p15:guide id="2" pos="1818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Anian Leistner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752" orient="horz"/>
        <p:guide pos="1818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22" Type="http://schemas.openxmlformats.org/officeDocument/2006/relationships/slide" Target="slides/slide1.xml"/><Relationship Id="rId23" Type="http://schemas.openxmlformats.org/officeDocument/2006/relationships/slide" Target="slides/slide2.xml"/><Relationship Id="rId24" Type="http://schemas.openxmlformats.org/officeDocument/2006/relationships/slide" Target="slides/slide3.xml"/><Relationship Id="rId25" Type="http://schemas.openxmlformats.org/officeDocument/2006/relationships/slide" Target="slides/slide4.xml"/><Relationship Id="rId26" Type="http://schemas.openxmlformats.org/officeDocument/2006/relationships/slide" Target="slides/slide5.xml"/><Relationship Id="rId27" Type="http://schemas.openxmlformats.org/officeDocument/2006/relationships/slide" Target="slides/slide6.xml"/><Relationship Id="rId28" Type="http://schemas.openxmlformats.org/officeDocument/2006/relationships/slide" Target="slides/slide7.xml"/><Relationship Id="rId92" Type="http://schemas.openxmlformats.org/officeDocument/2006/relationships/font" Target="fonts/ProximaNova-regular.fntdata"/><Relationship Id="rId93" Type="http://schemas.openxmlformats.org/officeDocument/2006/relationships/font" Target="fonts/ProximaNova-bold.fntdata"/><Relationship Id="rId94" Type="http://schemas.openxmlformats.org/officeDocument/2006/relationships/font" Target="fonts/ProximaNova-italic.fntdata"/><Relationship Id="rId95" Type="http://schemas.openxmlformats.org/officeDocument/2006/relationships/font" Target="fonts/ProximaNova-boldItalic.fntdata"/><Relationship Id="rId96" Type="http://schemas.openxmlformats.org/officeDocument/2006/relationships/font" Target="fonts/Roboto-regular.fntdata"/><Relationship Id="rId97" Type="http://schemas.openxmlformats.org/officeDocument/2006/relationships/font" Target="fonts/Roboto-bold.fntdata"/><Relationship Id="rId98" Type="http://schemas.openxmlformats.org/officeDocument/2006/relationships/font" Target="fonts/Roboto-italic.fntdata"/><Relationship Id="rId99" Type="http://schemas.openxmlformats.org/officeDocument/2006/relationships/font" Target="fonts/Roboto-boldItalic.fntdata"/><Relationship Id="rId100" Type="http://schemas.openxmlformats.org/officeDocument/2006/relationships/font" Target="fonts/HelveticaNeue-regular.fntdata"/><Relationship Id="rId101" Type="http://schemas.openxmlformats.org/officeDocument/2006/relationships/font" Target="fonts/HelveticaNeue-bold.fntdata"/><Relationship Id="rId102" Type="http://schemas.openxmlformats.org/officeDocument/2006/relationships/font" Target="fonts/HelveticaNeue-italic.fntdata"/><Relationship Id="rId103" Type="http://schemas.openxmlformats.org/officeDocument/2006/relationships/font" Target="fonts/HelveticaNeue-boldItalic.fntdata"/><Relationship Id="rId104" Type="http://schemas.openxmlformats.org/officeDocument/2006/relationships/font" Target="fonts/ArialBlack-regular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Hi! 30 minutes, mostly live demo. Questions any time.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Tracking, martech engineering at Up Reply, based in Munich. Keep it under 20 seconds.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Ask for each one, get hands up. Expect most hands on Excel -&gt; next slide.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Let the room read it. Point at: 4 spellings of add_to_cart, value as string, #REF!, the comment from 2023, the tab called DO NOT USE.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Let the meme land. Then: the sheet is wrong and nothing tells you. Docs should be able to fail.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Switch to the demo. See README.md.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Leave this up during Q&amp;A.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7.png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351"/>
            <a:ext cx="9144000" cy="5134794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4"/>
          <p:cNvSpPr txBox="1"/>
          <p:nvPr>
            <p:ph type="ctrTitle"/>
          </p:nvPr>
        </p:nvSpPr>
        <p:spPr>
          <a:xfrm>
            <a:off x="360000" y="1147075"/>
            <a:ext cx="8458800" cy="20526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360000" y="3366000"/>
            <a:ext cx="8458800" cy="792000"/>
          </a:xfrm>
          <a:prstGeom prst="rect">
            <a:avLst/>
          </a:prstGeom>
        </p:spPr>
        <p:txBody>
          <a:bodyPr anchorCtr="0" anchor="t" bIns="91425" lIns="28800" spcFirstLastPara="1" rIns="2880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pic>
        <p:nvPicPr>
          <p:cNvPr id="58" name="Google Shape;5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54403" y="4681869"/>
            <a:ext cx="830205" cy="36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pter" type="secHead">
  <p:cSld name="SECTION_HEADER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351"/>
            <a:ext cx="9144000" cy="5134794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 txBox="1"/>
          <p:nvPr>
            <p:ph type="title"/>
          </p:nvPr>
        </p:nvSpPr>
        <p:spPr>
          <a:xfrm>
            <a:off x="360000" y="2094997"/>
            <a:ext cx="8420700" cy="84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pic>
        <p:nvPicPr>
          <p:cNvPr id="62" name="Google Shape;6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0653" y="4677136"/>
            <a:ext cx="360000" cy="36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227">
          <p15:clr>
            <a:srgbClr val="FA7B17"/>
          </p15:clr>
        </p15:guide>
        <p15:guide id="2" pos="5533">
          <p15:clr>
            <a:srgbClr val="FA7B17"/>
          </p15:clr>
        </p15:guide>
        <p15:guide id="3" orient="horz" pos="227">
          <p15:clr>
            <a:srgbClr val="FA7B17"/>
          </p15:clr>
        </p15:guide>
        <p15:guide id="4" orient="horz" pos="2948">
          <p15:clr>
            <a:srgbClr val="FA7B17"/>
          </p15:clr>
        </p15:guide>
        <p15:guide id="5" pos="2880">
          <p15:clr>
            <a:srgbClr val="FA7B17"/>
          </p15:clr>
        </p15:guide>
        <p15:guide id="6" orient="horz" pos="1587">
          <p15:clr>
            <a:srgbClr val="FA7B17"/>
          </p15:clr>
        </p15:guide>
        <p15:guide id="7" pos="2721">
          <p15:clr>
            <a:srgbClr val="FA7B17"/>
          </p15:clr>
        </p15:guide>
        <p15:guide id="8" pos="3039">
          <p15:clr>
            <a:srgbClr val="FA7B17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+Text" type="tx">
  <p:cSld name="TITLE_AND_BOD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 txBox="1"/>
          <p:nvPr>
            <p:ph type="title"/>
          </p:nvPr>
        </p:nvSpPr>
        <p:spPr>
          <a:xfrm>
            <a:off x="360000" y="216425"/>
            <a:ext cx="8424000" cy="5727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5" name="Google Shape;65;p16"/>
          <p:cNvSpPr txBox="1"/>
          <p:nvPr>
            <p:ph idx="1" type="body"/>
          </p:nvPr>
        </p:nvSpPr>
        <p:spPr>
          <a:xfrm>
            <a:off x="360000" y="900000"/>
            <a:ext cx="8424000" cy="3780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>
                <a:solidFill>
                  <a:srgbClr val="000000"/>
                </a:solidFill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>
                <a:solidFill>
                  <a:srgbClr val="000000"/>
                </a:solidFill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>
                <a:solidFill>
                  <a:srgbClr val="000000"/>
                </a:solidFill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>
                <a:solidFill>
                  <a:srgbClr val="000000"/>
                </a:solidFill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>
                <a:solidFill>
                  <a:srgbClr val="000000"/>
                </a:solidFill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>
                <a:solidFill>
                  <a:srgbClr val="000000"/>
                </a:solidFill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>
                <a:solidFill>
                  <a:srgbClr val="000000"/>
                </a:solidFill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>
                <a:solidFill>
                  <a:srgbClr val="000000"/>
                </a:solidFill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66" name="Google Shape;66;p16"/>
          <p:cNvSpPr txBox="1"/>
          <p:nvPr>
            <p:ph idx="2" type="subTitle"/>
          </p:nvPr>
        </p:nvSpPr>
        <p:spPr>
          <a:xfrm>
            <a:off x="360000" y="548125"/>
            <a:ext cx="8424000" cy="403200"/>
          </a:xfrm>
          <a:prstGeom prst="rect">
            <a:avLst/>
          </a:prstGeom>
        </p:spPr>
        <p:txBody>
          <a:bodyPr anchorCtr="0" anchor="t" bIns="91425" lIns="1080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27">
          <p15:clr>
            <a:srgbClr val="FA7B17"/>
          </p15:clr>
        </p15:guide>
        <p15:guide id="2" pos="5533">
          <p15:clr>
            <a:srgbClr val="FA7B17"/>
          </p15:clr>
        </p15:guide>
        <p15:guide id="3" orient="horz" pos="227">
          <p15:clr>
            <a:srgbClr val="FA7B17"/>
          </p15:clr>
        </p15:guide>
        <p15:guide id="4" orient="horz" pos="2948">
          <p15:clr>
            <a:srgbClr val="FA7B17"/>
          </p15:clr>
        </p15:guide>
        <p15:guide id="5" pos="2880">
          <p15:clr>
            <a:srgbClr val="FA7B17"/>
          </p15:clr>
        </p15:guide>
        <p15:guide id="6" orient="horz" pos="1757">
          <p15:clr>
            <a:srgbClr val="FA7B17"/>
          </p15:clr>
        </p15:guide>
        <p15:guide id="7" pos="2721">
          <p15:clr>
            <a:srgbClr val="FA7B17"/>
          </p15:clr>
        </p15:guide>
        <p15:guide id="8" pos="3039">
          <p15:clr>
            <a:srgbClr val="FA7B17"/>
          </p15:clr>
        </p15:guide>
        <p15:guide id="9" orient="horz" pos="136">
          <p15:clr>
            <a:srgbClr val="FA7B17"/>
          </p15:clr>
        </p15:guide>
        <p15:guide id="10" orient="horz" pos="567">
          <p15:clr>
            <a:srgbClr val="FA7B17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+Text-Half">
  <p:cSld name="TITLE_AND_BODY_5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7"/>
          <p:cNvSpPr txBox="1"/>
          <p:nvPr>
            <p:ph type="title"/>
          </p:nvPr>
        </p:nvSpPr>
        <p:spPr>
          <a:xfrm>
            <a:off x="360000" y="216425"/>
            <a:ext cx="8424000" cy="5727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9" name="Google Shape;69;p17"/>
          <p:cNvSpPr txBox="1"/>
          <p:nvPr>
            <p:ph idx="1" type="body"/>
          </p:nvPr>
        </p:nvSpPr>
        <p:spPr>
          <a:xfrm>
            <a:off x="360000" y="900000"/>
            <a:ext cx="3960000" cy="3780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>
                <a:solidFill>
                  <a:srgbClr val="000000"/>
                </a:solidFill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>
                <a:solidFill>
                  <a:srgbClr val="000000"/>
                </a:solidFill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>
                <a:solidFill>
                  <a:srgbClr val="000000"/>
                </a:solidFill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>
                <a:solidFill>
                  <a:srgbClr val="000000"/>
                </a:solidFill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>
                <a:solidFill>
                  <a:srgbClr val="000000"/>
                </a:solidFill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>
                <a:solidFill>
                  <a:srgbClr val="000000"/>
                </a:solidFill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>
                <a:solidFill>
                  <a:srgbClr val="000000"/>
                </a:solidFill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>
                <a:solidFill>
                  <a:srgbClr val="000000"/>
                </a:solidFill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70" name="Google Shape;70;p17"/>
          <p:cNvSpPr txBox="1"/>
          <p:nvPr>
            <p:ph idx="2" type="subTitle"/>
          </p:nvPr>
        </p:nvSpPr>
        <p:spPr>
          <a:xfrm>
            <a:off x="360000" y="548125"/>
            <a:ext cx="8424000" cy="403200"/>
          </a:xfrm>
          <a:prstGeom prst="rect">
            <a:avLst/>
          </a:prstGeom>
        </p:spPr>
        <p:txBody>
          <a:bodyPr anchorCtr="0" anchor="t" bIns="91425" lIns="1080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27">
          <p15:clr>
            <a:srgbClr val="FA7B17"/>
          </p15:clr>
        </p15:guide>
        <p15:guide id="2" pos="5533">
          <p15:clr>
            <a:srgbClr val="FA7B17"/>
          </p15:clr>
        </p15:guide>
        <p15:guide id="3" orient="horz" pos="227">
          <p15:clr>
            <a:srgbClr val="FA7B17"/>
          </p15:clr>
        </p15:guide>
        <p15:guide id="4" orient="horz" pos="2948">
          <p15:clr>
            <a:srgbClr val="FA7B17"/>
          </p15:clr>
        </p15:guide>
        <p15:guide id="5" pos="2880">
          <p15:clr>
            <a:srgbClr val="FA7B17"/>
          </p15:clr>
        </p15:guide>
        <p15:guide id="6" orient="horz" pos="1757">
          <p15:clr>
            <a:srgbClr val="FA7B17"/>
          </p15:clr>
        </p15:guide>
        <p15:guide id="7" pos="2721">
          <p15:clr>
            <a:srgbClr val="FA7B17"/>
          </p15:clr>
        </p15:guide>
        <p15:guide id="8" pos="3039">
          <p15:clr>
            <a:srgbClr val="FA7B17"/>
          </p15:clr>
        </p15:guide>
        <p15:guide id="9" orient="horz" pos="136">
          <p15:clr>
            <a:srgbClr val="FA7B17"/>
          </p15:clr>
        </p15:guide>
        <p15:guide id="10" orient="horz" pos="567">
          <p15:clr>
            <a:srgbClr val="FA7B17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+Text-third">
  <p:cSld name="TITLE_AND_BODY_5_1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8"/>
          <p:cNvSpPr txBox="1"/>
          <p:nvPr>
            <p:ph type="title"/>
          </p:nvPr>
        </p:nvSpPr>
        <p:spPr>
          <a:xfrm>
            <a:off x="360000" y="216425"/>
            <a:ext cx="8424000" cy="5727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" type="body"/>
          </p:nvPr>
        </p:nvSpPr>
        <p:spPr>
          <a:xfrm>
            <a:off x="360000" y="900000"/>
            <a:ext cx="2790000" cy="3780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>
                <a:solidFill>
                  <a:srgbClr val="000000"/>
                </a:solidFill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>
                <a:solidFill>
                  <a:srgbClr val="000000"/>
                </a:solidFill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>
                <a:solidFill>
                  <a:srgbClr val="000000"/>
                </a:solidFill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>
                <a:solidFill>
                  <a:srgbClr val="000000"/>
                </a:solidFill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>
                <a:solidFill>
                  <a:srgbClr val="000000"/>
                </a:solidFill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>
                <a:solidFill>
                  <a:srgbClr val="000000"/>
                </a:solidFill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>
                <a:solidFill>
                  <a:srgbClr val="000000"/>
                </a:solidFill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>
                <a:solidFill>
                  <a:srgbClr val="000000"/>
                </a:solidFill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74" name="Google Shape;74;p18"/>
          <p:cNvSpPr txBox="1"/>
          <p:nvPr>
            <p:ph idx="2" type="subTitle"/>
          </p:nvPr>
        </p:nvSpPr>
        <p:spPr>
          <a:xfrm>
            <a:off x="360000" y="548125"/>
            <a:ext cx="8424000" cy="403200"/>
          </a:xfrm>
          <a:prstGeom prst="rect">
            <a:avLst/>
          </a:prstGeom>
        </p:spPr>
        <p:txBody>
          <a:bodyPr anchorCtr="0" anchor="t" bIns="91425" lIns="1080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27">
          <p15:clr>
            <a:srgbClr val="FA7B17"/>
          </p15:clr>
        </p15:guide>
        <p15:guide id="2" pos="5533">
          <p15:clr>
            <a:srgbClr val="FA7B17"/>
          </p15:clr>
        </p15:guide>
        <p15:guide id="3" orient="horz" pos="227">
          <p15:clr>
            <a:srgbClr val="FA7B17"/>
          </p15:clr>
        </p15:guide>
        <p15:guide id="4" orient="horz" pos="2948">
          <p15:clr>
            <a:srgbClr val="FA7B17"/>
          </p15:clr>
        </p15:guide>
        <p15:guide id="5" pos="2880">
          <p15:clr>
            <a:srgbClr val="FA7B17"/>
          </p15:clr>
        </p15:guide>
        <p15:guide id="6" orient="horz" pos="1757">
          <p15:clr>
            <a:srgbClr val="FA7B17"/>
          </p15:clr>
        </p15:guide>
        <p15:guide id="7" pos="2721">
          <p15:clr>
            <a:srgbClr val="FA7B17"/>
          </p15:clr>
        </p15:guide>
        <p15:guide id="8" pos="3039">
          <p15:clr>
            <a:srgbClr val="FA7B17"/>
          </p15:clr>
        </p15:guide>
        <p15:guide id="9" orient="horz" pos="136">
          <p15:clr>
            <a:srgbClr val="FA7B17"/>
          </p15:clr>
        </p15:guide>
        <p15:guide id="10" orient="horz" pos="567">
          <p15:clr>
            <a:srgbClr val="FA7B17"/>
          </p15:clr>
        </p15:guide>
        <p15:guide id="11" pos="1984">
          <p15:clr>
            <a:srgbClr val="FA7B17"/>
          </p15:clr>
        </p15:guide>
        <p15:guide id="12" pos="2098">
          <p15:clr>
            <a:srgbClr val="FA7B17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+Text-two-columns" type="twoColTx">
  <p:cSld name="TITLE_AND_TWO_COLUMNS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 txBox="1"/>
          <p:nvPr>
            <p:ph type="title"/>
          </p:nvPr>
        </p:nvSpPr>
        <p:spPr>
          <a:xfrm>
            <a:off x="360000" y="216425"/>
            <a:ext cx="8421300" cy="5727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" type="body"/>
          </p:nvPr>
        </p:nvSpPr>
        <p:spPr>
          <a:xfrm>
            <a:off x="360000" y="900000"/>
            <a:ext cx="3960000" cy="3780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2" type="body"/>
          </p:nvPr>
        </p:nvSpPr>
        <p:spPr>
          <a:xfrm>
            <a:off x="4824000" y="900000"/>
            <a:ext cx="3960000" cy="3780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9" name="Google Shape;79;p19"/>
          <p:cNvSpPr txBox="1"/>
          <p:nvPr>
            <p:ph idx="3" type="subTitle"/>
          </p:nvPr>
        </p:nvSpPr>
        <p:spPr>
          <a:xfrm>
            <a:off x="360000" y="548125"/>
            <a:ext cx="8424000" cy="403200"/>
          </a:xfrm>
          <a:prstGeom prst="rect">
            <a:avLst/>
          </a:prstGeom>
        </p:spPr>
        <p:txBody>
          <a:bodyPr anchorCtr="0" anchor="t" bIns="91425" lIns="1080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ly-Headline" type="titleOnly">
  <p:cSld name="TITLE_ONL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0"/>
          <p:cNvSpPr txBox="1"/>
          <p:nvPr>
            <p:ph type="title"/>
          </p:nvPr>
        </p:nvSpPr>
        <p:spPr>
          <a:xfrm>
            <a:off x="360000" y="216425"/>
            <a:ext cx="8421300" cy="5727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subTitle"/>
          </p:nvPr>
        </p:nvSpPr>
        <p:spPr>
          <a:xfrm>
            <a:off x="360000" y="548125"/>
            <a:ext cx="8424000" cy="403200"/>
          </a:xfrm>
          <a:prstGeom prst="rect">
            <a:avLst/>
          </a:prstGeom>
        </p:spPr>
        <p:txBody>
          <a:bodyPr anchorCtr="0" anchor="t" bIns="91425" lIns="1080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-Column-Small-Headline">
  <p:cSld name="ONE_COLUMN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1"/>
          <p:cNvSpPr txBox="1"/>
          <p:nvPr>
            <p:ph idx="1" type="body"/>
          </p:nvPr>
        </p:nvSpPr>
        <p:spPr>
          <a:xfrm>
            <a:off x="360000" y="1080000"/>
            <a:ext cx="3960000" cy="3600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5" name="Google Shape;85;p21"/>
          <p:cNvSpPr txBox="1"/>
          <p:nvPr>
            <p:ph type="title"/>
          </p:nvPr>
        </p:nvSpPr>
        <p:spPr>
          <a:xfrm>
            <a:off x="360000" y="216425"/>
            <a:ext cx="4212000" cy="5727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680">
          <p15:clr>
            <a:srgbClr val="FA7B17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-Chapter">
  <p:cSld name="MAIN_POIN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type="title"/>
          </p:nvPr>
        </p:nvSpPr>
        <p:spPr>
          <a:xfrm>
            <a:off x="360000" y="360000"/>
            <a:ext cx="8424000" cy="4320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pter-with-Description">
  <p:cSld name="SECTION_TITLE_AND_DESCRIPTION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3"/>
          <p:cNvSpPr txBox="1"/>
          <p:nvPr>
            <p:ph type="title"/>
          </p:nvPr>
        </p:nvSpPr>
        <p:spPr>
          <a:xfrm>
            <a:off x="360000" y="1233175"/>
            <a:ext cx="3950700" cy="15567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1" name="Google Shape;91;p23"/>
          <p:cNvSpPr txBox="1"/>
          <p:nvPr>
            <p:ph idx="1" type="subTitle"/>
          </p:nvPr>
        </p:nvSpPr>
        <p:spPr>
          <a:xfrm>
            <a:off x="360000" y="2789875"/>
            <a:ext cx="3950700" cy="1248300"/>
          </a:xfrm>
          <a:prstGeom prst="rect">
            <a:avLst/>
          </a:prstGeom>
        </p:spPr>
        <p:txBody>
          <a:bodyPr anchorCtr="0" anchor="t" bIns="91425" lIns="1080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92" name="Google Shape;92;p23"/>
          <p:cNvSpPr txBox="1"/>
          <p:nvPr>
            <p:ph idx="2" type="body"/>
          </p:nvPr>
        </p:nvSpPr>
        <p:spPr>
          <a:xfrm>
            <a:off x="4825800" y="360000"/>
            <a:ext cx="3958200" cy="43200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pic>
        <p:nvPicPr>
          <p:cNvPr id="93" name="Google Shape;93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1384" y="4677867"/>
            <a:ext cx="360000" cy="36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-Subline">
  <p:cSld name="CAPTION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4"/>
          <p:cNvSpPr/>
          <p:nvPr/>
        </p:nvSpPr>
        <p:spPr>
          <a:xfrm>
            <a:off x="0" y="-125"/>
            <a:ext cx="9144000" cy="51435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4"/>
          <p:cNvSpPr txBox="1"/>
          <p:nvPr>
            <p:ph idx="1" type="body"/>
          </p:nvPr>
        </p:nvSpPr>
        <p:spPr>
          <a:xfrm>
            <a:off x="360000" y="4354649"/>
            <a:ext cx="8424000" cy="4494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1pPr>
          </a:lstStyle>
          <a:p/>
        </p:txBody>
      </p:sp>
      <p:pic>
        <p:nvPicPr>
          <p:cNvPr id="97" name="Google Shape;97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0653" y="4677136"/>
            <a:ext cx="360000" cy="36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-Quote">
  <p:cSld name="CAPTION_ONLY_1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/>
          <p:nvPr/>
        </p:nvSpPr>
        <p:spPr>
          <a:xfrm>
            <a:off x="0" y="-125"/>
            <a:ext cx="9144000" cy="51435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0" name="Google Shape;100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0653" y="4677136"/>
            <a:ext cx="360000" cy="36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5"/>
          <p:cNvSpPr txBox="1"/>
          <p:nvPr>
            <p:ph type="title"/>
          </p:nvPr>
        </p:nvSpPr>
        <p:spPr>
          <a:xfrm>
            <a:off x="360000" y="2094997"/>
            <a:ext cx="8420700" cy="84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-Number">
  <p:cSld name="BIG_NUMBER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6"/>
          <p:cNvSpPr txBox="1"/>
          <p:nvPr>
            <p:ph hasCustomPrompt="1" type="title"/>
          </p:nvPr>
        </p:nvSpPr>
        <p:spPr>
          <a:xfrm>
            <a:off x="360000" y="360000"/>
            <a:ext cx="8424000" cy="27096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04" name="Google Shape;104;p26"/>
          <p:cNvSpPr txBox="1"/>
          <p:nvPr>
            <p:ph idx="1" type="body"/>
          </p:nvPr>
        </p:nvSpPr>
        <p:spPr>
          <a:xfrm>
            <a:off x="360000" y="3152225"/>
            <a:ext cx="8424000" cy="1527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pty" type="blank">
  <p:cSld name="BLANK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Meeting Agenda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8"/>
          <p:cNvSpPr txBox="1"/>
          <p:nvPr>
            <p:ph type="title"/>
          </p:nvPr>
        </p:nvSpPr>
        <p:spPr>
          <a:xfrm>
            <a:off x="573852" y="408191"/>
            <a:ext cx="7968300" cy="2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 Black"/>
              <a:buNone/>
              <a:defRPr b="0" i="0" sz="32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9pPr>
          </a:lstStyle>
          <a:p/>
        </p:txBody>
      </p:sp>
      <p:sp>
        <p:nvSpPr>
          <p:cNvPr id="108" name="Google Shape;108;p28"/>
          <p:cNvSpPr txBox="1"/>
          <p:nvPr>
            <p:ph idx="1" type="subTitle"/>
          </p:nvPr>
        </p:nvSpPr>
        <p:spPr>
          <a:xfrm>
            <a:off x="573852" y="753750"/>
            <a:ext cx="79683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marR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340"/>
              <a:buFont typeface="Noto Sans Symbols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34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9" name="Google Shape;109;p28"/>
          <p:cNvSpPr txBox="1"/>
          <p:nvPr>
            <p:ph idx="2" type="body"/>
          </p:nvPr>
        </p:nvSpPr>
        <p:spPr>
          <a:xfrm>
            <a:off x="4824000" y="360000"/>
            <a:ext cx="3960000" cy="43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317500" lvl="0" marL="457200" marR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Arial"/>
              <a:buAutoNum type="arabicPlain"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Arial"/>
              <a:buAutoNum type="arabicPlain"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Arial"/>
              <a:buAutoNum type="arabicPlain"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Arial"/>
              <a:buAutoNum type="arabicPeriod"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Arial"/>
              <a:buAutoNum type="arabicPeriod"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Noto Sans Symbols"/>
              <a:buChar char="▪"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Arial"/>
              <a:buAutoNum type="arabicPeriod"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Arial"/>
              <a:buAutoNum type="arabicPeriod"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Arial"/>
              <a:buAutoNum type="arabicPeriod"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10" name="Google Shape;110;p28"/>
          <p:cNvPicPr preferRelativeResize="0"/>
          <p:nvPr/>
        </p:nvPicPr>
        <p:blipFill rotWithShape="1">
          <a:blip r:embed="rId2">
            <a:alphaModFix/>
          </a:blip>
          <a:srcRect b="0" l="20940" r="29060" t="0"/>
          <a:stretch/>
        </p:blipFill>
        <p:spPr>
          <a:xfrm>
            <a:off x="0" y="4350"/>
            <a:ext cx="4572001" cy="513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8"/>
          <p:cNvSpPr txBox="1"/>
          <p:nvPr>
            <p:ph idx="3" type="title"/>
          </p:nvPr>
        </p:nvSpPr>
        <p:spPr>
          <a:xfrm>
            <a:off x="360000" y="216425"/>
            <a:ext cx="3960000" cy="5727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12" name="Google Shape;112;p28"/>
          <p:cNvSpPr txBox="1"/>
          <p:nvPr>
            <p:ph idx="4" type="subTitle"/>
          </p:nvPr>
        </p:nvSpPr>
        <p:spPr>
          <a:xfrm>
            <a:off x="360000" y="548125"/>
            <a:ext cx="3960000" cy="403200"/>
          </a:xfrm>
          <a:prstGeom prst="rect">
            <a:avLst/>
          </a:prstGeom>
        </p:spPr>
        <p:txBody>
          <a:bodyPr anchorCtr="0" anchor="t" bIns="91425" lIns="1080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4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se-Image-left">
  <p:cSld name="CUSTOM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9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29"/>
          <p:cNvSpPr txBox="1"/>
          <p:nvPr>
            <p:ph idx="1" type="body"/>
          </p:nvPr>
        </p:nvSpPr>
        <p:spPr>
          <a:xfrm>
            <a:off x="4819495" y="1080000"/>
            <a:ext cx="3960000" cy="36000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6" name="Google Shape;116;p29"/>
          <p:cNvSpPr txBox="1"/>
          <p:nvPr>
            <p:ph type="title"/>
          </p:nvPr>
        </p:nvSpPr>
        <p:spPr>
          <a:xfrm>
            <a:off x="4819500" y="216425"/>
            <a:ext cx="3960000" cy="5727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se-Image-right">
  <p:cSld name="CUSTOM_1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0"/>
          <p:cNvSpPr/>
          <p:nvPr/>
        </p:nvSpPr>
        <p:spPr>
          <a:xfrm>
            <a:off x="4575591" y="-125"/>
            <a:ext cx="4572000" cy="51435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30"/>
          <p:cNvSpPr txBox="1"/>
          <p:nvPr>
            <p:ph idx="1" type="body"/>
          </p:nvPr>
        </p:nvSpPr>
        <p:spPr>
          <a:xfrm>
            <a:off x="360000" y="1080000"/>
            <a:ext cx="3960000" cy="36000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20" name="Google Shape;120;p30"/>
          <p:cNvSpPr txBox="1"/>
          <p:nvPr>
            <p:ph type="title"/>
          </p:nvPr>
        </p:nvSpPr>
        <p:spPr>
          <a:xfrm>
            <a:off x="360004" y="216425"/>
            <a:ext cx="3960000" cy="5727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1" name="Google Shape;121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957500" y="4677867"/>
            <a:ext cx="360000" cy="36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">
  <p:cSld name="Empty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ply SpA - RUNNING MAN_White_RGB.png" id="124" name="Google Shape;124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8203" y="1524308"/>
            <a:ext cx="1167594" cy="1167594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31"/>
          <p:cNvSpPr txBox="1"/>
          <p:nvPr>
            <p:ph idx="1" type="body"/>
          </p:nvPr>
        </p:nvSpPr>
        <p:spPr>
          <a:xfrm>
            <a:off x="360000" y="2790000"/>
            <a:ext cx="3960000" cy="1890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  <a:defRPr sz="1800">
                <a:solidFill>
                  <a:srgbClr val="FFFFFF"/>
                </a:solidFill>
              </a:defRPr>
            </a:lvl1pPr>
            <a:lvl2pPr indent="-342900" lvl="1" marL="91440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○"/>
              <a:defRPr sz="1800">
                <a:solidFill>
                  <a:srgbClr val="FFFFFF"/>
                </a:solidFill>
              </a:defRPr>
            </a:lvl2pPr>
            <a:lvl3pPr indent="-342900" lvl="2" marL="137160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■"/>
              <a:defRPr sz="1800">
                <a:solidFill>
                  <a:srgbClr val="FFFFFF"/>
                </a:solidFill>
              </a:defRPr>
            </a:lvl3pPr>
            <a:lvl4pPr indent="-342900" lvl="3" marL="182880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  <a:defRPr sz="1800">
                <a:solidFill>
                  <a:srgbClr val="FFFFFF"/>
                </a:solidFill>
              </a:defRPr>
            </a:lvl4pPr>
            <a:lvl5pPr indent="-342900" lvl="4" marL="228600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○"/>
              <a:defRPr sz="1800">
                <a:solidFill>
                  <a:srgbClr val="FFFFFF"/>
                </a:solidFill>
              </a:defRPr>
            </a:lvl5pPr>
            <a:lvl6pPr indent="-342900" lvl="5" marL="274320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■"/>
              <a:defRPr sz="1800">
                <a:solidFill>
                  <a:srgbClr val="FFFFFF"/>
                </a:solidFill>
              </a:defRPr>
            </a:lvl6pPr>
            <a:lvl7pPr indent="-342900" lvl="6" marL="320040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  <a:defRPr sz="1800">
                <a:solidFill>
                  <a:srgbClr val="FFFFFF"/>
                </a:solidFill>
              </a:defRPr>
            </a:lvl7pPr>
            <a:lvl8pPr indent="-342900" lvl="7" marL="365760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○"/>
              <a:defRPr sz="1800">
                <a:solidFill>
                  <a:srgbClr val="FFFFFF"/>
                </a:solidFill>
              </a:defRPr>
            </a:lvl8pPr>
            <a:lvl9pPr indent="-342900" lvl="8" marL="411480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■"/>
              <a:defRPr sz="1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26" name="Google Shape;126;p31"/>
          <p:cNvSpPr txBox="1"/>
          <p:nvPr>
            <p:ph idx="2" type="body"/>
          </p:nvPr>
        </p:nvSpPr>
        <p:spPr>
          <a:xfrm>
            <a:off x="4824000" y="2790000"/>
            <a:ext cx="3960000" cy="1890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  <a:defRPr sz="1800">
                <a:solidFill>
                  <a:srgbClr val="FFFFFF"/>
                </a:solidFill>
              </a:defRPr>
            </a:lvl1pPr>
            <a:lvl2pPr indent="-342900" lvl="1" marL="91440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○"/>
              <a:defRPr sz="1800">
                <a:solidFill>
                  <a:srgbClr val="FFFFFF"/>
                </a:solidFill>
              </a:defRPr>
            </a:lvl2pPr>
            <a:lvl3pPr indent="-342900" lvl="2" marL="137160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■"/>
              <a:defRPr sz="1800">
                <a:solidFill>
                  <a:srgbClr val="FFFFFF"/>
                </a:solidFill>
              </a:defRPr>
            </a:lvl3pPr>
            <a:lvl4pPr indent="-342900" lvl="3" marL="182880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  <a:defRPr sz="1800">
                <a:solidFill>
                  <a:srgbClr val="FFFFFF"/>
                </a:solidFill>
              </a:defRPr>
            </a:lvl4pPr>
            <a:lvl5pPr indent="-342900" lvl="4" marL="228600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○"/>
              <a:defRPr sz="1800">
                <a:solidFill>
                  <a:srgbClr val="FFFFFF"/>
                </a:solidFill>
              </a:defRPr>
            </a:lvl5pPr>
            <a:lvl6pPr indent="-342900" lvl="5" marL="274320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■"/>
              <a:defRPr sz="1800">
                <a:solidFill>
                  <a:srgbClr val="FFFFFF"/>
                </a:solidFill>
              </a:defRPr>
            </a:lvl6pPr>
            <a:lvl7pPr indent="-342900" lvl="6" marL="320040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  <a:defRPr sz="1800">
                <a:solidFill>
                  <a:srgbClr val="FFFFFF"/>
                </a:solidFill>
              </a:defRPr>
            </a:lvl7pPr>
            <a:lvl8pPr indent="-342900" lvl="7" marL="365760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○"/>
              <a:defRPr sz="1800">
                <a:solidFill>
                  <a:srgbClr val="FFFFFF"/>
                </a:solidFill>
              </a:defRPr>
            </a:lvl8pPr>
            <a:lvl9pPr indent="-342900" lvl="8" marL="411480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■"/>
              <a:defRPr sz="18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ly Title">
  <p:cSld name="Only Title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2"/>
          <p:cNvSpPr txBox="1"/>
          <p:nvPr>
            <p:ph type="title"/>
          </p:nvPr>
        </p:nvSpPr>
        <p:spPr>
          <a:xfrm>
            <a:off x="573852" y="408191"/>
            <a:ext cx="7968300" cy="2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 Black"/>
              <a:buNone/>
              <a:defRPr b="0" i="0" sz="32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9pPr>
          </a:lstStyle>
          <a:p/>
        </p:txBody>
      </p:sp>
      <p:sp>
        <p:nvSpPr>
          <p:cNvPr id="129" name="Google Shape;129;p32"/>
          <p:cNvSpPr txBox="1"/>
          <p:nvPr>
            <p:ph idx="1" type="subTitle"/>
          </p:nvPr>
        </p:nvSpPr>
        <p:spPr>
          <a:xfrm>
            <a:off x="573852" y="753750"/>
            <a:ext cx="79683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marR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340"/>
              <a:buFont typeface="Noto Sans Symbols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30" name="Google Shape;130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645308" y="4807868"/>
            <a:ext cx="217532" cy="2175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ONLY_1">
  <p:cSld name="TITLE_ONLY_1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3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3" name="Google Shape;133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ONLY_2">
  <p:cSld name="TITLE_ONLY_2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4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6" name="Google Shape;136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6">
  <p:cSld name="TITLE_AND_BODY_6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5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9" name="Google Shape;139;p35"/>
          <p:cNvSpPr txBox="1"/>
          <p:nvPr>
            <p:ph idx="1" type="body"/>
          </p:nvPr>
        </p:nvSpPr>
        <p:spPr>
          <a:xfrm>
            <a:off x="311700" y="923875"/>
            <a:ext cx="8520600" cy="34164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40" name="Google Shape;140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7">
  <p:cSld name="TITLE_AND_BODY_7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6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3" name="Google Shape;143;p36"/>
          <p:cNvSpPr txBox="1"/>
          <p:nvPr>
            <p:ph idx="1" type="body"/>
          </p:nvPr>
        </p:nvSpPr>
        <p:spPr>
          <a:xfrm>
            <a:off x="311700" y="923875"/>
            <a:ext cx="8520600" cy="34164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44" name="Google Shape;144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pty 1">
  <p:cSld name="Empty_1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8">
  <p:cSld name="TITLE_AND_BODY_8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8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8" name="Google Shape;148;p38"/>
          <p:cNvSpPr txBox="1"/>
          <p:nvPr>
            <p:ph idx="1" type="body"/>
          </p:nvPr>
        </p:nvSpPr>
        <p:spPr>
          <a:xfrm>
            <a:off x="311700" y="923875"/>
            <a:ext cx="8520600" cy="34164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49" name="Google Shape;149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ing Agenda">
  <p:cSld name="Meeting Agenda_1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9"/>
          <p:cNvSpPr txBox="1"/>
          <p:nvPr>
            <p:ph type="title"/>
          </p:nvPr>
        </p:nvSpPr>
        <p:spPr>
          <a:xfrm>
            <a:off x="573852" y="408191"/>
            <a:ext cx="7968300" cy="2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 Black"/>
              <a:buNone/>
              <a:defRPr b="0" i="0" sz="32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9pPr>
          </a:lstStyle>
          <a:p/>
        </p:txBody>
      </p:sp>
      <p:sp>
        <p:nvSpPr>
          <p:cNvPr id="152" name="Google Shape;152;p39"/>
          <p:cNvSpPr txBox="1"/>
          <p:nvPr>
            <p:ph idx="1" type="subTitle"/>
          </p:nvPr>
        </p:nvSpPr>
        <p:spPr>
          <a:xfrm>
            <a:off x="573852" y="753750"/>
            <a:ext cx="79683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marR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340"/>
              <a:buFont typeface="Noto Sans Symbols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53" name="Google Shape;153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645308" y="4807868"/>
            <a:ext cx="217532" cy="217532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39"/>
          <p:cNvSpPr txBox="1"/>
          <p:nvPr>
            <p:ph idx="2" type="body"/>
          </p:nvPr>
        </p:nvSpPr>
        <p:spPr>
          <a:xfrm>
            <a:off x="603248" y="1594892"/>
            <a:ext cx="7937400" cy="24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marR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AutoNum type="arabicPlain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AutoNum type="arabicPlain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AutoNum type="arabicPlain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77190" lvl="3" marL="1828800" marR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340"/>
              <a:buFont typeface="Arial"/>
              <a:buAutoNum type="arabicPeriod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AutoNum type="arabicPeriod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AutoNum type="arabicPeriod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AutoNum type="arabicPeriod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AutoNum type="arabicPeriod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9">
  <p:cSld name="TITLE_AND_BODY_9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0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7" name="Google Shape;157;p40"/>
          <p:cNvSpPr txBox="1"/>
          <p:nvPr>
            <p:ph idx="1" type="body"/>
          </p:nvPr>
        </p:nvSpPr>
        <p:spPr>
          <a:xfrm>
            <a:off x="311700" y="923875"/>
            <a:ext cx="8520600" cy="34164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58" name="Google Shape;158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ONLY_3">
  <p:cSld name="TITLE_ONLY_3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1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1" name="Google Shape;161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ONLY_4">
  <p:cSld name="TITLE_ONLY_4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2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4" name="Google Shape;164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pty 2">
  <p:cSld name="Empty_2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351"/>
            <a:ext cx="9144000" cy="5134794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45"/>
          <p:cNvSpPr txBox="1"/>
          <p:nvPr>
            <p:ph type="ctrTitle"/>
          </p:nvPr>
        </p:nvSpPr>
        <p:spPr>
          <a:xfrm>
            <a:off x="360000" y="1147075"/>
            <a:ext cx="8458800" cy="20526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73" name="Google Shape;173;p45"/>
          <p:cNvSpPr txBox="1"/>
          <p:nvPr>
            <p:ph idx="1" type="subTitle"/>
          </p:nvPr>
        </p:nvSpPr>
        <p:spPr>
          <a:xfrm>
            <a:off x="360000" y="3366000"/>
            <a:ext cx="8458800" cy="792000"/>
          </a:xfrm>
          <a:prstGeom prst="rect">
            <a:avLst/>
          </a:prstGeom>
        </p:spPr>
        <p:txBody>
          <a:bodyPr anchorCtr="0" anchor="t" bIns="91425" lIns="28800" spcFirstLastPara="1" rIns="2880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pic>
        <p:nvPicPr>
          <p:cNvPr id="174" name="Google Shape;174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54403" y="4681869"/>
            <a:ext cx="830205" cy="36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351"/>
            <a:ext cx="9144000" cy="5134794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46"/>
          <p:cNvSpPr txBox="1"/>
          <p:nvPr>
            <p:ph type="title"/>
          </p:nvPr>
        </p:nvSpPr>
        <p:spPr>
          <a:xfrm>
            <a:off x="360000" y="2094997"/>
            <a:ext cx="8420700" cy="84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pic>
        <p:nvPicPr>
          <p:cNvPr id="178" name="Google Shape;178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0653" y="4677136"/>
            <a:ext cx="360000" cy="36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227">
          <p15:clr>
            <a:srgbClr val="FA7B17"/>
          </p15:clr>
        </p15:guide>
        <p15:guide id="2" pos="5533">
          <p15:clr>
            <a:srgbClr val="FA7B17"/>
          </p15:clr>
        </p15:guide>
        <p15:guide id="3" orient="horz" pos="227">
          <p15:clr>
            <a:srgbClr val="FA7B17"/>
          </p15:clr>
        </p15:guide>
        <p15:guide id="4" orient="horz" pos="2948">
          <p15:clr>
            <a:srgbClr val="FA7B17"/>
          </p15:clr>
        </p15:guide>
        <p15:guide id="5" pos="2880">
          <p15:clr>
            <a:srgbClr val="FA7B17"/>
          </p15:clr>
        </p15:guide>
        <p15:guide id="6" orient="horz" pos="1587">
          <p15:clr>
            <a:srgbClr val="FA7B17"/>
          </p15:clr>
        </p15:guide>
        <p15:guide id="7" pos="2721">
          <p15:clr>
            <a:srgbClr val="FA7B17"/>
          </p15:clr>
        </p15:guide>
        <p15:guide id="8" pos="3039">
          <p15:clr>
            <a:srgbClr val="FA7B17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47"/>
          <p:cNvSpPr txBox="1"/>
          <p:nvPr>
            <p:ph type="title"/>
          </p:nvPr>
        </p:nvSpPr>
        <p:spPr>
          <a:xfrm>
            <a:off x="360000" y="216425"/>
            <a:ext cx="8424000" cy="5727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1" name="Google Shape;181;p47"/>
          <p:cNvSpPr txBox="1"/>
          <p:nvPr>
            <p:ph idx="1" type="body"/>
          </p:nvPr>
        </p:nvSpPr>
        <p:spPr>
          <a:xfrm>
            <a:off x="360000" y="900000"/>
            <a:ext cx="8424000" cy="3780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>
                <a:solidFill>
                  <a:srgbClr val="000000"/>
                </a:solidFill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>
                <a:solidFill>
                  <a:srgbClr val="000000"/>
                </a:solidFill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>
                <a:solidFill>
                  <a:srgbClr val="000000"/>
                </a:solidFill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>
                <a:solidFill>
                  <a:srgbClr val="000000"/>
                </a:solidFill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>
                <a:solidFill>
                  <a:srgbClr val="000000"/>
                </a:solidFill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>
                <a:solidFill>
                  <a:srgbClr val="000000"/>
                </a:solidFill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>
                <a:solidFill>
                  <a:srgbClr val="000000"/>
                </a:solidFill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>
                <a:solidFill>
                  <a:srgbClr val="000000"/>
                </a:solidFill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82" name="Google Shape;182;p47"/>
          <p:cNvSpPr txBox="1"/>
          <p:nvPr>
            <p:ph idx="2" type="subTitle"/>
          </p:nvPr>
        </p:nvSpPr>
        <p:spPr>
          <a:xfrm>
            <a:off x="360000" y="548125"/>
            <a:ext cx="8424000" cy="403200"/>
          </a:xfrm>
          <a:prstGeom prst="rect">
            <a:avLst/>
          </a:prstGeom>
        </p:spPr>
        <p:txBody>
          <a:bodyPr anchorCtr="0" anchor="t" bIns="91425" lIns="1080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27">
          <p15:clr>
            <a:srgbClr val="FA7B17"/>
          </p15:clr>
        </p15:guide>
        <p15:guide id="2" pos="5533">
          <p15:clr>
            <a:srgbClr val="FA7B17"/>
          </p15:clr>
        </p15:guide>
        <p15:guide id="3" orient="horz" pos="227">
          <p15:clr>
            <a:srgbClr val="FA7B17"/>
          </p15:clr>
        </p15:guide>
        <p15:guide id="4" orient="horz" pos="2948">
          <p15:clr>
            <a:srgbClr val="FA7B17"/>
          </p15:clr>
        </p15:guide>
        <p15:guide id="5" pos="2880">
          <p15:clr>
            <a:srgbClr val="FA7B17"/>
          </p15:clr>
        </p15:guide>
        <p15:guide id="6" orient="horz" pos="1757">
          <p15:clr>
            <a:srgbClr val="FA7B17"/>
          </p15:clr>
        </p15:guide>
        <p15:guide id="7" pos="2721">
          <p15:clr>
            <a:srgbClr val="FA7B17"/>
          </p15:clr>
        </p15:guide>
        <p15:guide id="8" pos="3039">
          <p15:clr>
            <a:srgbClr val="FA7B17"/>
          </p15:clr>
        </p15:guide>
        <p15:guide id="9" orient="horz" pos="136">
          <p15:clr>
            <a:srgbClr val="FA7B17"/>
          </p15:clr>
        </p15:guide>
        <p15:guide id="10" orient="horz" pos="567">
          <p15:clr>
            <a:srgbClr val="FA7B17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und Textkorpus-halb">
  <p:cSld name="TITLE_AND_BODY_5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48"/>
          <p:cNvSpPr txBox="1"/>
          <p:nvPr>
            <p:ph type="title"/>
          </p:nvPr>
        </p:nvSpPr>
        <p:spPr>
          <a:xfrm>
            <a:off x="360000" y="216425"/>
            <a:ext cx="8424000" cy="5727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5" name="Google Shape;185;p48"/>
          <p:cNvSpPr txBox="1"/>
          <p:nvPr>
            <p:ph idx="1" type="body"/>
          </p:nvPr>
        </p:nvSpPr>
        <p:spPr>
          <a:xfrm>
            <a:off x="360000" y="900000"/>
            <a:ext cx="3960000" cy="3780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>
                <a:solidFill>
                  <a:srgbClr val="000000"/>
                </a:solidFill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>
                <a:solidFill>
                  <a:srgbClr val="000000"/>
                </a:solidFill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>
                <a:solidFill>
                  <a:srgbClr val="000000"/>
                </a:solidFill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>
                <a:solidFill>
                  <a:srgbClr val="000000"/>
                </a:solidFill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>
                <a:solidFill>
                  <a:srgbClr val="000000"/>
                </a:solidFill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>
                <a:solidFill>
                  <a:srgbClr val="000000"/>
                </a:solidFill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>
                <a:solidFill>
                  <a:srgbClr val="000000"/>
                </a:solidFill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>
                <a:solidFill>
                  <a:srgbClr val="000000"/>
                </a:solidFill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86" name="Google Shape;186;p48"/>
          <p:cNvSpPr txBox="1"/>
          <p:nvPr>
            <p:ph idx="2" type="subTitle"/>
          </p:nvPr>
        </p:nvSpPr>
        <p:spPr>
          <a:xfrm>
            <a:off x="360000" y="548125"/>
            <a:ext cx="8424000" cy="403200"/>
          </a:xfrm>
          <a:prstGeom prst="rect">
            <a:avLst/>
          </a:prstGeom>
        </p:spPr>
        <p:txBody>
          <a:bodyPr anchorCtr="0" anchor="t" bIns="91425" lIns="1080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27">
          <p15:clr>
            <a:srgbClr val="FA7B17"/>
          </p15:clr>
        </p15:guide>
        <p15:guide id="2" pos="5533">
          <p15:clr>
            <a:srgbClr val="FA7B17"/>
          </p15:clr>
        </p15:guide>
        <p15:guide id="3" orient="horz" pos="227">
          <p15:clr>
            <a:srgbClr val="FA7B17"/>
          </p15:clr>
        </p15:guide>
        <p15:guide id="4" orient="horz" pos="2948">
          <p15:clr>
            <a:srgbClr val="FA7B17"/>
          </p15:clr>
        </p15:guide>
        <p15:guide id="5" pos="2880">
          <p15:clr>
            <a:srgbClr val="FA7B17"/>
          </p15:clr>
        </p15:guide>
        <p15:guide id="6" orient="horz" pos="1757">
          <p15:clr>
            <a:srgbClr val="FA7B17"/>
          </p15:clr>
        </p15:guide>
        <p15:guide id="7" pos="2721">
          <p15:clr>
            <a:srgbClr val="FA7B17"/>
          </p15:clr>
        </p15:guide>
        <p15:guide id="8" pos="3039">
          <p15:clr>
            <a:srgbClr val="FA7B17"/>
          </p15:clr>
        </p15:guide>
        <p15:guide id="9" orient="horz" pos="136">
          <p15:clr>
            <a:srgbClr val="FA7B17"/>
          </p15:clr>
        </p15:guide>
        <p15:guide id="10" orient="horz" pos="567">
          <p15:clr>
            <a:srgbClr val="FA7B17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und Textkorpus-drittel">
  <p:cSld name="TITLE_AND_BODY_5_1"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9"/>
          <p:cNvSpPr txBox="1"/>
          <p:nvPr>
            <p:ph type="title"/>
          </p:nvPr>
        </p:nvSpPr>
        <p:spPr>
          <a:xfrm>
            <a:off x="360000" y="216425"/>
            <a:ext cx="8424000" cy="5727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9" name="Google Shape;189;p49"/>
          <p:cNvSpPr txBox="1"/>
          <p:nvPr>
            <p:ph idx="1" type="body"/>
          </p:nvPr>
        </p:nvSpPr>
        <p:spPr>
          <a:xfrm>
            <a:off x="360000" y="900000"/>
            <a:ext cx="2790000" cy="3780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>
                <a:solidFill>
                  <a:srgbClr val="000000"/>
                </a:solidFill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>
                <a:solidFill>
                  <a:srgbClr val="000000"/>
                </a:solidFill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>
                <a:solidFill>
                  <a:srgbClr val="000000"/>
                </a:solidFill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>
                <a:solidFill>
                  <a:srgbClr val="000000"/>
                </a:solidFill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>
                <a:solidFill>
                  <a:srgbClr val="000000"/>
                </a:solidFill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>
                <a:solidFill>
                  <a:srgbClr val="000000"/>
                </a:solidFill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>
                <a:solidFill>
                  <a:srgbClr val="000000"/>
                </a:solidFill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>
                <a:solidFill>
                  <a:srgbClr val="000000"/>
                </a:solidFill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90" name="Google Shape;190;p49"/>
          <p:cNvSpPr txBox="1"/>
          <p:nvPr>
            <p:ph idx="2" type="subTitle"/>
          </p:nvPr>
        </p:nvSpPr>
        <p:spPr>
          <a:xfrm>
            <a:off x="360000" y="548125"/>
            <a:ext cx="8424000" cy="403200"/>
          </a:xfrm>
          <a:prstGeom prst="rect">
            <a:avLst/>
          </a:prstGeom>
        </p:spPr>
        <p:txBody>
          <a:bodyPr anchorCtr="0" anchor="t" bIns="91425" lIns="1080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27">
          <p15:clr>
            <a:srgbClr val="FA7B17"/>
          </p15:clr>
        </p15:guide>
        <p15:guide id="2" pos="5533">
          <p15:clr>
            <a:srgbClr val="FA7B17"/>
          </p15:clr>
        </p15:guide>
        <p15:guide id="3" orient="horz" pos="227">
          <p15:clr>
            <a:srgbClr val="FA7B17"/>
          </p15:clr>
        </p15:guide>
        <p15:guide id="4" orient="horz" pos="2948">
          <p15:clr>
            <a:srgbClr val="FA7B17"/>
          </p15:clr>
        </p15:guide>
        <p15:guide id="5" pos="2880">
          <p15:clr>
            <a:srgbClr val="FA7B17"/>
          </p15:clr>
        </p15:guide>
        <p15:guide id="6" orient="horz" pos="1757">
          <p15:clr>
            <a:srgbClr val="FA7B17"/>
          </p15:clr>
        </p15:guide>
        <p15:guide id="7" pos="2721">
          <p15:clr>
            <a:srgbClr val="FA7B17"/>
          </p15:clr>
        </p15:guide>
        <p15:guide id="8" pos="3039">
          <p15:clr>
            <a:srgbClr val="FA7B17"/>
          </p15:clr>
        </p15:guide>
        <p15:guide id="9" orient="horz" pos="136">
          <p15:clr>
            <a:srgbClr val="FA7B17"/>
          </p15:clr>
        </p15:guide>
        <p15:guide id="10" orient="horz" pos="567">
          <p15:clr>
            <a:srgbClr val="FA7B17"/>
          </p15:clr>
        </p15:guide>
        <p15:guide id="11" pos="1984">
          <p15:clr>
            <a:srgbClr val="FA7B17"/>
          </p15:clr>
        </p15:guide>
        <p15:guide id="12" pos="2098">
          <p15:clr>
            <a:srgbClr val="FA7B17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50"/>
          <p:cNvSpPr txBox="1"/>
          <p:nvPr>
            <p:ph type="title"/>
          </p:nvPr>
        </p:nvSpPr>
        <p:spPr>
          <a:xfrm>
            <a:off x="360000" y="216425"/>
            <a:ext cx="8421300" cy="5727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3" name="Google Shape;193;p50"/>
          <p:cNvSpPr txBox="1"/>
          <p:nvPr>
            <p:ph idx="1" type="body"/>
          </p:nvPr>
        </p:nvSpPr>
        <p:spPr>
          <a:xfrm>
            <a:off x="360000" y="900000"/>
            <a:ext cx="3960000" cy="3780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94" name="Google Shape;194;p50"/>
          <p:cNvSpPr txBox="1"/>
          <p:nvPr>
            <p:ph idx="2" type="body"/>
          </p:nvPr>
        </p:nvSpPr>
        <p:spPr>
          <a:xfrm>
            <a:off x="4824000" y="900000"/>
            <a:ext cx="3960000" cy="3780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95" name="Google Shape;195;p50"/>
          <p:cNvSpPr txBox="1"/>
          <p:nvPr>
            <p:ph idx="3" type="subTitle"/>
          </p:nvPr>
        </p:nvSpPr>
        <p:spPr>
          <a:xfrm>
            <a:off x="360000" y="548125"/>
            <a:ext cx="8424000" cy="403200"/>
          </a:xfrm>
          <a:prstGeom prst="rect">
            <a:avLst/>
          </a:prstGeom>
        </p:spPr>
        <p:txBody>
          <a:bodyPr anchorCtr="0" anchor="t" bIns="91425" lIns="1080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51"/>
          <p:cNvSpPr txBox="1"/>
          <p:nvPr>
            <p:ph type="title"/>
          </p:nvPr>
        </p:nvSpPr>
        <p:spPr>
          <a:xfrm>
            <a:off x="360000" y="216425"/>
            <a:ext cx="8421300" cy="5727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8" name="Google Shape;198;p51"/>
          <p:cNvSpPr txBox="1"/>
          <p:nvPr>
            <p:ph idx="1" type="subTitle"/>
          </p:nvPr>
        </p:nvSpPr>
        <p:spPr>
          <a:xfrm>
            <a:off x="360000" y="548125"/>
            <a:ext cx="8424000" cy="403200"/>
          </a:xfrm>
          <a:prstGeom prst="rect">
            <a:avLst/>
          </a:prstGeom>
        </p:spPr>
        <p:txBody>
          <a:bodyPr anchorCtr="0" anchor="t" bIns="91425" lIns="1080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52"/>
          <p:cNvSpPr txBox="1"/>
          <p:nvPr>
            <p:ph idx="1" type="body"/>
          </p:nvPr>
        </p:nvSpPr>
        <p:spPr>
          <a:xfrm>
            <a:off x="360000" y="1080000"/>
            <a:ext cx="3960000" cy="3600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01" name="Google Shape;201;p52"/>
          <p:cNvSpPr txBox="1"/>
          <p:nvPr>
            <p:ph type="title"/>
          </p:nvPr>
        </p:nvSpPr>
        <p:spPr>
          <a:xfrm>
            <a:off x="360000" y="216425"/>
            <a:ext cx="4212000" cy="5727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680">
          <p15:clr>
            <a:srgbClr val="FA7B17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53"/>
          <p:cNvSpPr txBox="1"/>
          <p:nvPr>
            <p:ph type="title"/>
          </p:nvPr>
        </p:nvSpPr>
        <p:spPr>
          <a:xfrm>
            <a:off x="360000" y="360000"/>
            <a:ext cx="8424000" cy="4320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5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54"/>
          <p:cNvSpPr txBox="1"/>
          <p:nvPr>
            <p:ph type="title"/>
          </p:nvPr>
        </p:nvSpPr>
        <p:spPr>
          <a:xfrm>
            <a:off x="360000" y="1233175"/>
            <a:ext cx="3950700" cy="15567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07" name="Google Shape;207;p54"/>
          <p:cNvSpPr txBox="1"/>
          <p:nvPr>
            <p:ph idx="1" type="subTitle"/>
          </p:nvPr>
        </p:nvSpPr>
        <p:spPr>
          <a:xfrm>
            <a:off x="360000" y="2789875"/>
            <a:ext cx="3950700" cy="1248300"/>
          </a:xfrm>
          <a:prstGeom prst="rect">
            <a:avLst/>
          </a:prstGeom>
        </p:spPr>
        <p:txBody>
          <a:bodyPr anchorCtr="0" anchor="t" bIns="91425" lIns="1080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208" name="Google Shape;208;p54"/>
          <p:cNvSpPr txBox="1"/>
          <p:nvPr>
            <p:ph idx="2" type="body"/>
          </p:nvPr>
        </p:nvSpPr>
        <p:spPr>
          <a:xfrm>
            <a:off x="4825800" y="360000"/>
            <a:ext cx="3958200" cy="43200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pic>
        <p:nvPicPr>
          <p:cNvPr id="209" name="Google Shape;209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1384" y="4677867"/>
            <a:ext cx="360000" cy="36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55"/>
          <p:cNvSpPr/>
          <p:nvPr/>
        </p:nvSpPr>
        <p:spPr>
          <a:xfrm>
            <a:off x="0" y="-125"/>
            <a:ext cx="9144000" cy="51435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55"/>
          <p:cNvSpPr txBox="1"/>
          <p:nvPr>
            <p:ph idx="1" type="body"/>
          </p:nvPr>
        </p:nvSpPr>
        <p:spPr>
          <a:xfrm>
            <a:off x="360000" y="4354649"/>
            <a:ext cx="8424000" cy="4494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1pPr>
          </a:lstStyle>
          <a:p/>
        </p:txBody>
      </p:sp>
      <p:pic>
        <p:nvPicPr>
          <p:cNvPr id="213" name="Google Shape;213;p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0653" y="4677136"/>
            <a:ext cx="360000" cy="36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ollbild mit Text">
  <p:cSld name="CAPTION_ONLY_1"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56"/>
          <p:cNvSpPr/>
          <p:nvPr/>
        </p:nvSpPr>
        <p:spPr>
          <a:xfrm>
            <a:off x="0" y="-125"/>
            <a:ext cx="9144000" cy="51435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6" name="Google Shape;216;p5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0653" y="4677136"/>
            <a:ext cx="360000" cy="36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56"/>
          <p:cNvSpPr txBox="1"/>
          <p:nvPr>
            <p:ph type="title"/>
          </p:nvPr>
        </p:nvSpPr>
        <p:spPr>
          <a:xfrm>
            <a:off x="360000" y="2094997"/>
            <a:ext cx="8420700" cy="84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57"/>
          <p:cNvSpPr txBox="1"/>
          <p:nvPr>
            <p:ph hasCustomPrompt="1" type="title"/>
          </p:nvPr>
        </p:nvSpPr>
        <p:spPr>
          <a:xfrm>
            <a:off x="360000" y="360000"/>
            <a:ext cx="8424000" cy="27096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20" name="Google Shape;220;p57"/>
          <p:cNvSpPr txBox="1"/>
          <p:nvPr>
            <p:ph idx="1" type="body"/>
          </p:nvPr>
        </p:nvSpPr>
        <p:spPr>
          <a:xfrm>
            <a:off x="360000" y="3152225"/>
            <a:ext cx="8424000" cy="1527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ing Agenda">
  <p:cSld name="Meeting Agenda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59"/>
          <p:cNvSpPr txBox="1"/>
          <p:nvPr>
            <p:ph type="title"/>
          </p:nvPr>
        </p:nvSpPr>
        <p:spPr>
          <a:xfrm>
            <a:off x="573852" y="408191"/>
            <a:ext cx="7968300" cy="2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 Black"/>
              <a:buNone/>
              <a:defRPr b="0" i="0" sz="32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9pPr>
          </a:lstStyle>
          <a:p/>
        </p:txBody>
      </p:sp>
      <p:sp>
        <p:nvSpPr>
          <p:cNvPr id="224" name="Google Shape;224;p59"/>
          <p:cNvSpPr txBox="1"/>
          <p:nvPr>
            <p:ph idx="1" type="subTitle"/>
          </p:nvPr>
        </p:nvSpPr>
        <p:spPr>
          <a:xfrm>
            <a:off x="573852" y="753750"/>
            <a:ext cx="79683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marR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340"/>
              <a:buFont typeface="Noto Sans Symbols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34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5" name="Google Shape;225;p59"/>
          <p:cNvSpPr txBox="1"/>
          <p:nvPr>
            <p:ph idx="2" type="body"/>
          </p:nvPr>
        </p:nvSpPr>
        <p:spPr>
          <a:xfrm>
            <a:off x="4824000" y="360000"/>
            <a:ext cx="3960000" cy="43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317500" lvl="0" marL="457200" marR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Arial"/>
              <a:buAutoNum type="arabicPlain"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Arial"/>
              <a:buAutoNum type="arabicPlain"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Arial"/>
              <a:buAutoNum type="arabicPlain"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Arial"/>
              <a:buAutoNum type="arabicPeriod"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Arial"/>
              <a:buAutoNum type="arabicPeriod"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Noto Sans Symbols"/>
              <a:buChar char="▪"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Arial"/>
              <a:buAutoNum type="arabicPeriod"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Arial"/>
              <a:buAutoNum type="arabicPeriod"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Arial"/>
              <a:buAutoNum type="arabicPeriod"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226" name="Google Shape;226;p59"/>
          <p:cNvPicPr preferRelativeResize="0"/>
          <p:nvPr/>
        </p:nvPicPr>
        <p:blipFill rotWithShape="1">
          <a:blip r:embed="rId2">
            <a:alphaModFix/>
          </a:blip>
          <a:srcRect b="0" l="20940" r="29060" t="0"/>
          <a:stretch/>
        </p:blipFill>
        <p:spPr>
          <a:xfrm>
            <a:off x="0" y="4350"/>
            <a:ext cx="4572001" cy="513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se-Bild-Links">
  <p:cSld name="CUSTOM"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60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60"/>
          <p:cNvSpPr txBox="1"/>
          <p:nvPr>
            <p:ph idx="1" type="body"/>
          </p:nvPr>
        </p:nvSpPr>
        <p:spPr>
          <a:xfrm>
            <a:off x="4819495" y="1080000"/>
            <a:ext cx="3960000" cy="36000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0" name="Google Shape;230;p60"/>
          <p:cNvSpPr txBox="1"/>
          <p:nvPr>
            <p:ph type="title"/>
          </p:nvPr>
        </p:nvSpPr>
        <p:spPr>
          <a:xfrm>
            <a:off x="4819500" y="216425"/>
            <a:ext cx="3960000" cy="5727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se-Bild-rechts">
  <p:cSld name="CUSTOM_1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61"/>
          <p:cNvSpPr/>
          <p:nvPr/>
        </p:nvSpPr>
        <p:spPr>
          <a:xfrm>
            <a:off x="4575591" y="-125"/>
            <a:ext cx="4572000" cy="51435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61"/>
          <p:cNvSpPr txBox="1"/>
          <p:nvPr>
            <p:ph idx="1" type="body"/>
          </p:nvPr>
        </p:nvSpPr>
        <p:spPr>
          <a:xfrm>
            <a:off x="360000" y="1080000"/>
            <a:ext cx="3960000" cy="36000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4" name="Google Shape;234;p61"/>
          <p:cNvSpPr txBox="1"/>
          <p:nvPr>
            <p:ph type="title"/>
          </p:nvPr>
        </p:nvSpPr>
        <p:spPr>
          <a:xfrm>
            <a:off x="360004" y="216425"/>
            <a:ext cx="3960000" cy="5727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6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957500" y="4677867"/>
            <a:ext cx="360000" cy="36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">
  <p:cSld name="Empty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6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ply SpA - RUNNING MAN_White_RGB.png" id="238" name="Google Shape;238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8203" y="1524308"/>
            <a:ext cx="1167594" cy="1167594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62"/>
          <p:cNvSpPr txBox="1"/>
          <p:nvPr>
            <p:ph idx="1" type="body"/>
          </p:nvPr>
        </p:nvSpPr>
        <p:spPr>
          <a:xfrm>
            <a:off x="360000" y="2790000"/>
            <a:ext cx="3960000" cy="1890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  <a:defRPr sz="1800">
                <a:solidFill>
                  <a:srgbClr val="FFFFFF"/>
                </a:solidFill>
              </a:defRPr>
            </a:lvl1pPr>
            <a:lvl2pPr indent="-342900" lvl="1" marL="91440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○"/>
              <a:defRPr sz="1800">
                <a:solidFill>
                  <a:srgbClr val="FFFFFF"/>
                </a:solidFill>
              </a:defRPr>
            </a:lvl2pPr>
            <a:lvl3pPr indent="-342900" lvl="2" marL="137160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■"/>
              <a:defRPr sz="1800">
                <a:solidFill>
                  <a:srgbClr val="FFFFFF"/>
                </a:solidFill>
              </a:defRPr>
            </a:lvl3pPr>
            <a:lvl4pPr indent="-342900" lvl="3" marL="182880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  <a:defRPr sz="1800">
                <a:solidFill>
                  <a:srgbClr val="FFFFFF"/>
                </a:solidFill>
              </a:defRPr>
            </a:lvl4pPr>
            <a:lvl5pPr indent="-342900" lvl="4" marL="228600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○"/>
              <a:defRPr sz="1800">
                <a:solidFill>
                  <a:srgbClr val="FFFFFF"/>
                </a:solidFill>
              </a:defRPr>
            </a:lvl5pPr>
            <a:lvl6pPr indent="-342900" lvl="5" marL="274320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■"/>
              <a:defRPr sz="1800">
                <a:solidFill>
                  <a:srgbClr val="FFFFFF"/>
                </a:solidFill>
              </a:defRPr>
            </a:lvl6pPr>
            <a:lvl7pPr indent="-342900" lvl="6" marL="320040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  <a:defRPr sz="1800">
                <a:solidFill>
                  <a:srgbClr val="FFFFFF"/>
                </a:solidFill>
              </a:defRPr>
            </a:lvl7pPr>
            <a:lvl8pPr indent="-342900" lvl="7" marL="365760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○"/>
              <a:defRPr sz="1800">
                <a:solidFill>
                  <a:srgbClr val="FFFFFF"/>
                </a:solidFill>
              </a:defRPr>
            </a:lvl8pPr>
            <a:lvl9pPr indent="-342900" lvl="8" marL="411480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■"/>
              <a:defRPr sz="1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40" name="Google Shape;240;p62"/>
          <p:cNvSpPr txBox="1"/>
          <p:nvPr>
            <p:ph idx="2" type="body"/>
          </p:nvPr>
        </p:nvSpPr>
        <p:spPr>
          <a:xfrm>
            <a:off x="4824000" y="2790000"/>
            <a:ext cx="3960000" cy="1890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  <a:defRPr sz="1800">
                <a:solidFill>
                  <a:srgbClr val="FFFFFF"/>
                </a:solidFill>
              </a:defRPr>
            </a:lvl1pPr>
            <a:lvl2pPr indent="-342900" lvl="1" marL="91440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○"/>
              <a:defRPr sz="1800">
                <a:solidFill>
                  <a:srgbClr val="FFFFFF"/>
                </a:solidFill>
              </a:defRPr>
            </a:lvl2pPr>
            <a:lvl3pPr indent="-342900" lvl="2" marL="137160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■"/>
              <a:defRPr sz="1800">
                <a:solidFill>
                  <a:srgbClr val="FFFFFF"/>
                </a:solidFill>
              </a:defRPr>
            </a:lvl3pPr>
            <a:lvl4pPr indent="-342900" lvl="3" marL="182880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  <a:defRPr sz="1800">
                <a:solidFill>
                  <a:srgbClr val="FFFFFF"/>
                </a:solidFill>
              </a:defRPr>
            </a:lvl4pPr>
            <a:lvl5pPr indent="-342900" lvl="4" marL="228600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○"/>
              <a:defRPr sz="1800">
                <a:solidFill>
                  <a:srgbClr val="FFFFFF"/>
                </a:solidFill>
              </a:defRPr>
            </a:lvl5pPr>
            <a:lvl6pPr indent="-342900" lvl="5" marL="274320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■"/>
              <a:defRPr sz="1800">
                <a:solidFill>
                  <a:srgbClr val="FFFFFF"/>
                </a:solidFill>
              </a:defRPr>
            </a:lvl6pPr>
            <a:lvl7pPr indent="-342900" lvl="6" marL="320040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  <a:defRPr sz="1800">
                <a:solidFill>
                  <a:srgbClr val="FFFFFF"/>
                </a:solidFill>
              </a:defRPr>
            </a:lvl7pPr>
            <a:lvl8pPr indent="-342900" lvl="7" marL="365760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○"/>
              <a:defRPr sz="1800">
                <a:solidFill>
                  <a:srgbClr val="FFFFFF"/>
                </a:solidFill>
              </a:defRPr>
            </a:lvl8pPr>
            <a:lvl9pPr indent="-342900" lvl="8" marL="411480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■"/>
              <a:defRPr sz="18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Meeting Agenda_1"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63"/>
          <p:cNvSpPr txBox="1"/>
          <p:nvPr>
            <p:ph type="title"/>
          </p:nvPr>
        </p:nvSpPr>
        <p:spPr>
          <a:xfrm>
            <a:off x="573852" y="408191"/>
            <a:ext cx="7968300" cy="2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 Black"/>
              <a:buNone/>
              <a:defRPr b="0" i="0" sz="32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9pPr>
          </a:lstStyle>
          <a:p/>
        </p:txBody>
      </p:sp>
      <p:sp>
        <p:nvSpPr>
          <p:cNvPr id="243" name="Google Shape;243;p63"/>
          <p:cNvSpPr txBox="1"/>
          <p:nvPr>
            <p:ph idx="1" type="subTitle"/>
          </p:nvPr>
        </p:nvSpPr>
        <p:spPr>
          <a:xfrm>
            <a:off x="573852" y="753750"/>
            <a:ext cx="79683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marR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340"/>
              <a:buFont typeface="Noto Sans Symbols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34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4" name="Google Shape;244;p63"/>
          <p:cNvSpPr txBox="1"/>
          <p:nvPr>
            <p:ph idx="2" type="body"/>
          </p:nvPr>
        </p:nvSpPr>
        <p:spPr>
          <a:xfrm>
            <a:off x="4824000" y="360000"/>
            <a:ext cx="3960000" cy="43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317500" lvl="0" marL="457200" marR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Arial"/>
              <a:buAutoNum type="arabicPlain"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Arial"/>
              <a:buAutoNum type="arabicPlain"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Arial"/>
              <a:buAutoNum type="arabicPlain"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Arial"/>
              <a:buAutoNum type="arabicPeriod"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Arial"/>
              <a:buAutoNum type="arabicPeriod"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Noto Sans Symbols"/>
              <a:buChar char="▪"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Arial"/>
              <a:buAutoNum type="arabicPeriod"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Arial"/>
              <a:buAutoNum type="arabicPeriod"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Arial"/>
              <a:buAutoNum type="arabicPeriod"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245" name="Google Shape;245;p63"/>
          <p:cNvPicPr preferRelativeResize="0"/>
          <p:nvPr/>
        </p:nvPicPr>
        <p:blipFill rotWithShape="1">
          <a:blip r:embed="rId2">
            <a:alphaModFix/>
          </a:blip>
          <a:srcRect b="0" l="20940" r="29060" t="0"/>
          <a:stretch/>
        </p:blipFill>
        <p:spPr>
          <a:xfrm>
            <a:off x="0" y="4350"/>
            <a:ext cx="4572001" cy="513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63"/>
          <p:cNvSpPr txBox="1"/>
          <p:nvPr>
            <p:ph idx="3" type="title"/>
          </p:nvPr>
        </p:nvSpPr>
        <p:spPr>
          <a:xfrm>
            <a:off x="360000" y="216425"/>
            <a:ext cx="3960000" cy="5727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47" name="Google Shape;247;p63"/>
          <p:cNvSpPr txBox="1"/>
          <p:nvPr>
            <p:ph idx="4" type="subTitle"/>
          </p:nvPr>
        </p:nvSpPr>
        <p:spPr>
          <a:xfrm>
            <a:off x="360000" y="548125"/>
            <a:ext cx="3960000" cy="403200"/>
          </a:xfrm>
          <a:prstGeom prst="rect">
            <a:avLst/>
          </a:prstGeom>
        </p:spPr>
        <p:txBody>
          <a:bodyPr anchorCtr="0" anchor="t" bIns="91425" lIns="1080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4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6">
  <p:cSld name="TITLE_AND_BODY_6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64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0" name="Google Shape;250;p64"/>
          <p:cNvSpPr txBox="1"/>
          <p:nvPr>
            <p:ph idx="1" type="body"/>
          </p:nvPr>
        </p:nvSpPr>
        <p:spPr>
          <a:xfrm>
            <a:off x="311700" y="923875"/>
            <a:ext cx="8520600" cy="34164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51" name="Google Shape;251;p6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r Titel 1">
  <p:cSld name="TITLE_ONLY_1"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65"/>
          <p:cNvSpPr txBox="1"/>
          <p:nvPr>
            <p:ph type="title"/>
          </p:nvPr>
        </p:nvSpPr>
        <p:spPr>
          <a:xfrm>
            <a:off x="360000" y="216425"/>
            <a:ext cx="8421300" cy="5727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4" name="Google Shape;254;p65"/>
          <p:cNvSpPr txBox="1"/>
          <p:nvPr>
            <p:ph idx="1" type="subTitle"/>
          </p:nvPr>
        </p:nvSpPr>
        <p:spPr>
          <a:xfrm>
            <a:off x="360000" y="548125"/>
            <a:ext cx="8424000" cy="403200"/>
          </a:xfrm>
          <a:prstGeom prst="rect">
            <a:avLst/>
          </a:prstGeom>
        </p:spPr>
        <p:txBody>
          <a:bodyPr anchorCtr="0" anchor="t" bIns="91425" lIns="1080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1">
  <p:cSld name="Meeting Agenda_2"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66"/>
          <p:cNvSpPr txBox="1"/>
          <p:nvPr>
            <p:ph type="title"/>
          </p:nvPr>
        </p:nvSpPr>
        <p:spPr>
          <a:xfrm>
            <a:off x="573852" y="408191"/>
            <a:ext cx="7968300" cy="2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 Black"/>
              <a:buNone/>
              <a:defRPr b="0" i="0" sz="32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9pPr>
          </a:lstStyle>
          <a:p/>
        </p:txBody>
      </p:sp>
      <p:sp>
        <p:nvSpPr>
          <p:cNvPr id="257" name="Google Shape;257;p66"/>
          <p:cNvSpPr txBox="1"/>
          <p:nvPr>
            <p:ph idx="1" type="subTitle"/>
          </p:nvPr>
        </p:nvSpPr>
        <p:spPr>
          <a:xfrm>
            <a:off x="573852" y="753750"/>
            <a:ext cx="79683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marR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340"/>
              <a:buFont typeface="Noto Sans Symbols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34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8" name="Google Shape;258;p66"/>
          <p:cNvSpPr txBox="1"/>
          <p:nvPr>
            <p:ph idx="2" type="body"/>
          </p:nvPr>
        </p:nvSpPr>
        <p:spPr>
          <a:xfrm>
            <a:off x="4824000" y="360000"/>
            <a:ext cx="3960000" cy="43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317500" lvl="0" marL="457200" marR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Arial"/>
              <a:buAutoNum type="arabicPlain"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Arial"/>
              <a:buAutoNum type="arabicPlain"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Arial"/>
              <a:buAutoNum type="arabicPlain"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Arial"/>
              <a:buAutoNum type="arabicPeriod"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Arial"/>
              <a:buAutoNum type="arabicPeriod"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Noto Sans Symbols"/>
              <a:buChar char="▪"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Arial"/>
              <a:buAutoNum type="arabicPeriod"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Arial"/>
              <a:buAutoNum type="arabicPeriod"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Arial"/>
              <a:buAutoNum type="arabicPeriod"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259" name="Google Shape;259;p66"/>
          <p:cNvPicPr preferRelativeResize="0"/>
          <p:nvPr/>
        </p:nvPicPr>
        <p:blipFill rotWithShape="1">
          <a:blip r:embed="rId2">
            <a:alphaModFix/>
          </a:blip>
          <a:srcRect b="0" l="20940" r="29060" t="0"/>
          <a:stretch/>
        </p:blipFill>
        <p:spPr>
          <a:xfrm>
            <a:off x="0" y="4350"/>
            <a:ext cx="4572001" cy="513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66"/>
          <p:cNvSpPr txBox="1"/>
          <p:nvPr>
            <p:ph idx="3" type="title"/>
          </p:nvPr>
        </p:nvSpPr>
        <p:spPr>
          <a:xfrm>
            <a:off x="360000" y="216425"/>
            <a:ext cx="3960000" cy="5727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61" name="Google Shape;261;p66"/>
          <p:cNvSpPr txBox="1"/>
          <p:nvPr>
            <p:ph idx="4" type="subTitle"/>
          </p:nvPr>
        </p:nvSpPr>
        <p:spPr>
          <a:xfrm>
            <a:off x="360000" y="548125"/>
            <a:ext cx="3960000" cy="403200"/>
          </a:xfrm>
          <a:prstGeom prst="rect">
            <a:avLst/>
          </a:prstGeom>
        </p:spPr>
        <p:txBody>
          <a:bodyPr anchorCtr="0" anchor="t" bIns="91425" lIns="1080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4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8">
  <p:cSld name="TITLE_AND_BODY_8"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67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4" name="Google Shape;264;p67"/>
          <p:cNvSpPr txBox="1"/>
          <p:nvPr>
            <p:ph idx="1" type="body"/>
          </p:nvPr>
        </p:nvSpPr>
        <p:spPr>
          <a:xfrm>
            <a:off x="311700" y="923875"/>
            <a:ext cx="8520600" cy="34164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65" name="Google Shape;265;p6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2">
  <p:cSld name="TITLE_AND_BODY_11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68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8" name="Google Shape;268;p68"/>
          <p:cNvSpPr txBox="1"/>
          <p:nvPr>
            <p:ph idx="1" type="body"/>
          </p:nvPr>
        </p:nvSpPr>
        <p:spPr>
          <a:xfrm>
            <a:off x="311700" y="923875"/>
            <a:ext cx="8520600" cy="34164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69" name="Google Shape;269;p6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ONLY_4">
  <p:cSld name="TITLE_ONLY_4"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69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2" name="Google Shape;272;p6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-Column-Small-Headline-Middle-Right">
  <p:cSld name="ONE_COLUMN_TEXT_2_1"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7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70"/>
          <p:cNvSpPr txBox="1"/>
          <p:nvPr>
            <p:ph idx="1" type="body"/>
          </p:nvPr>
        </p:nvSpPr>
        <p:spPr>
          <a:xfrm>
            <a:off x="4824000" y="411750"/>
            <a:ext cx="3960000" cy="43200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680">
          <p15:clr>
            <a:srgbClr val="FA7B17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">
  <p:cSld name="TITLE_AND_BODY_12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71"/>
          <p:cNvSpPr txBox="1"/>
          <p:nvPr>
            <p:ph type="title"/>
          </p:nvPr>
        </p:nvSpPr>
        <p:spPr>
          <a:xfrm>
            <a:off x="360000" y="216425"/>
            <a:ext cx="8424000" cy="5727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8" name="Google Shape;278;p71"/>
          <p:cNvSpPr txBox="1"/>
          <p:nvPr>
            <p:ph idx="1" type="subTitle"/>
          </p:nvPr>
        </p:nvSpPr>
        <p:spPr>
          <a:xfrm>
            <a:off x="360000" y="548125"/>
            <a:ext cx="8424000" cy="403200"/>
          </a:xfrm>
          <a:prstGeom prst="rect">
            <a:avLst/>
          </a:prstGeom>
        </p:spPr>
        <p:txBody>
          <a:bodyPr anchorCtr="0" anchor="t" bIns="91425" lIns="1080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27">
          <p15:clr>
            <a:srgbClr val="FA7B17"/>
          </p15:clr>
        </p15:guide>
        <p15:guide id="2" pos="5533">
          <p15:clr>
            <a:srgbClr val="FA7B17"/>
          </p15:clr>
        </p15:guide>
        <p15:guide id="3" orient="horz" pos="227">
          <p15:clr>
            <a:srgbClr val="FA7B17"/>
          </p15:clr>
        </p15:guide>
        <p15:guide id="4" orient="horz" pos="2948">
          <p15:clr>
            <a:srgbClr val="FA7B17"/>
          </p15:clr>
        </p15:guide>
        <p15:guide id="5" pos="2880">
          <p15:clr>
            <a:srgbClr val="FA7B17"/>
          </p15:clr>
        </p15:guide>
        <p15:guide id="6" orient="horz" pos="1757">
          <p15:clr>
            <a:srgbClr val="FA7B17"/>
          </p15:clr>
        </p15:guide>
        <p15:guide id="7" pos="2721">
          <p15:clr>
            <a:srgbClr val="FA7B17"/>
          </p15:clr>
        </p15:guide>
        <p15:guide id="8" pos="3039">
          <p15:clr>
            <a:srgbClr val="FA7B17"/>
          </p15:clr>
        </p15:guide>
        <p15:guide id="9" orient="horz" pos="136">
          <p15:clr>
            <a:srgbClr val="FA7B17"/>
          </p15:clr>
        </p15:guide>
        <p15:guide id="10" orient="horz" pos="567">
          <p15:clr>
            <a:srgbClr val="FA7B17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1">
  <p:cSld name="TITLE_AND_BODY_13"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72"/>
          <p:cNvSpPr txBox="1"/>
          <p:nvPr>
            <p:ph type="title"/>
          </p:nvPr>
        </p:nvSpPr>
        <p:spPr>
          <a:xfrm>
            <a:off x="360000" y="216425"/>
            <a:ext cx="8424000" cy="5727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1" name="Google Shape;281;p72"/>
          <p:cNvSpPr txBox="1"/>
          <p:nvPr>
            <p:ph idx="1" type="subTitle"/>
          </p:nvPr>
        </p:nvSpPr>
        <p:spPr>
          <a:xfrm>
            <a:off x="360000" y="548125"/>
            <a:ext cx="8424000" cy="403200"/>
          </a:xfrm>
          <a:prstGeom prst="rect">
            <a:avLst/>
          </a:prstGeom>
        </p:spPr>
        <p:txBody>
          <a:bodyPr anchorCtr="0" anchor="t" bIns="91425" lIns="1080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27">
          <p15:clr>
            <a:srgbClr val="FA7B17"/>
          </p15:clr>
        </p15:guide>
        <p15:guide id="2" pos="5533">
          <p15:clr>
            <a:srgbClr val="FA7B17"/>
          </p15:clr>
        </p15:guide>
        <p15:guide id="3" orient="horz" pos="227">
          <p15:clr>
            <a:srgbClr val="FA7B17"/>
          </p15:clr>
        </p15:guide>
        <p15:guide id="4" orient="horz" pos="2948">
          <p15:clr>
            <a:srgbClr val="FA7B17"/>
          </p15:clr>
        </p15:guide>
        <p15:guide id="5" pos="2880">
          <p15:clr>
            <a:srgbClr val="FA7B17"/>
          </p15:clr>
        </p15:guide>
        <p15:guide id="6" orient="horz" pos="1757">
          <p15:clr>
            <a:srgbClr val="FA7B17"/>
          </p15:clr>
        </p15:guide>
        <p15:guide id="7" pos="2721">
          <p15:clr>
            <a:srgbClr val="FA7B17"/>
          </p15:clr>
        </p15:guide>
        <p15:guide id="8" pos="3039">
          <p15:clr>
            <a:srgbClr val="FA7B17"/>
          </p15:clr>
        </p15:guide>
        <p15:guide id="9" orient="horz" pos="136">
          <p15:clr>
            <a:srgbClr val="FA7B17"/>
          </p15:clr>
        </p15:guide>
        <p15:guide id="10" orient="horz" pos="567">
          <p15:clr>
            <a:srgbClr val="FA7B17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2">
  <p:cSld name="TITLE_AND_BODY_14"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73"/>
          <p:cNvSpPr txBox="1"/>
          <p:nvPr>
            <p:ph type="title"/>
          </p:nvPr>
        </p:nvSpPr>
        <p:spPr>
          <a:xfrm>
            <a:off x="360000" y="216425"/>
            <a:ext cx="8424000" cy="5727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4" name="Google Shape;284;p73"/>
          <p:cNvSpPr txBox="1"/>
          <p:nvPr>
            <p:ph idx="1" type="subTitle"/>
          </p:nvPr>
        </p:nvSpPr>
        <p:spPr>
          <a:xfrm>
            <a:off x="360000" y="548125"/>
            <a:ext cx="8424000" cy="403200"/>
          </a:xfrm>
          <a:prstGeom prst="rect">
            <a:avLst/>
          </a:prstGeom>
        </p:spPr>
        <p:txBody>
          <a:bodyPr anchorCtr="0" anchor="t" bIns="91425" lIns="1080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27">
          <p15:clr>
            <a:srgbClr val="FA7B17"/>
          </p15:clr>
        </p15:guide>
        <p15:guide id="2" pos="5533">
          <p15:clr>
            <a:srgbClr val="FA7B17"/>
          </p15:clr>
        </p15:guide>
        <p15:guide id="3" orient="horz" pos="227">
          <p15:clr>
            <a:srgbClr val="FA7B17"/>
          </p15:clr>
        </p15:guide>
        <p15:guide id="4" orient="horz" pos="2948">
          <p15:clr>
            <a:srgbClr val="FA7B17"/>
          </p15:clr>
        </p15:guide>
        <p15:guide id="5" pos="2880">
          <p15:clr>
            <a:srgbClr val="FA7B17"/>
          </p15:clr>
        </p15:guide>
        <p15:guide id="6" orient="horz" pos="1757">
          <p15:clr>
            <a:srgbClr val="FA7B17"/>
          </p15:clr>
        </p15:guide>
        <p15:guide id="7" pos="2721">
          <p15:clr>
            <a:srgbClr val="FA7B17"/>
          </p15:clr>
        </p15:guide>
        <p15:guide id="8" pos="3039">
          <p15:clr>
            <a:srgbClr val="FA7B17"/>
          </p15:clr>
        </p15:guide>
        <p15:guide id="9" orient="horz" pos="136">
          <p15:clr>
            <a:srgbClr val="FA7B17"/>
          </p15:clr>
        </p15:guide>
        <p15:guide id="10" orient="horz" pos="567">
          <p15:clr>
            <a:srgbClr val="FA7B17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+Text">
  <p:cSld name="TITLE_AND_BODY_1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74"/>
          <p:cNvSpPr txBox="1"/>
          <p:nvPr>
            <p:ph type="title"/>
          </p:nvPr>
        </p:nvSpPr>
        <p:spPr>
          <a:xfrm>
            <a:off x="360000" y="216425"/>
            <a:ext cx="8424000" cy="5727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7" name="Google Shape;287;p74"/>
          <p:cNvSpPr txBox="1"/>
          <p:nvPr>
            <p:ph idx="1" type="body"/>
          </p:nvPr>
        </p:nvSpPr>
        <p:spPr>
          <a:xfrm>
            <a:off x="360000" y="1080000"/>
            <a:ext cx="8424000" cy="3780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>
                <a:solidFill>
                  <a:srgbClr val="000000"/>
                </a:solidFill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>
                <a:solidFill>
                  <a:srgbClr val="000000"/>
                </a:solidFill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>
                <a:solidFill>
                  <a:srgbClr val="000000"/>
                </a:solidFill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>
                <a:solidFill>
                  <a:srgbClr val="000000"/>
                </a:solidFill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>
                <a:solidFill>
                  <a:srgbClr val="000000"/>
                </a:solidFill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>
                <a:solidFill>
                  <a:srgbClr val="000000"/>
                </a:solidFill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>
                <a:solidFill>
                  <a:srgbClr val="000000"/>
                </a:solidFill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>
                <a:solidFill>
                  <a:srgbClr val="000000"/>
                </a:solidFill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288" name="Google Shape;288;p74"/>
          <p:cNvSpPr txBox="1"/>
          <p:nvPr>
            <p:ph idx="2" type="subTitle"/>
          </p:nvPr>
        </p:nvSpPr>
        <p:spPr>
          <a:xfrm>
            <a:off x="360000" y="548125"/>
            <a:ext cx="8424000" cy="403200"/>
          </a:xfrm>
          <a:prstGeom prst="rect">
            <a:avLst/>
          </a:prstGeom>
        </p:spPr>
        <p:txBody>
          <a:bodyPr anchorCtr="0" anchor="t" bIns="91425" lIns="1080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27">
          <p15:clr>
            <a:srgbClr val="FA7B17"/>
          </p15:clr>
        </p15:guide>
        <p15:guide id="2" pos="5533">
          <p15:clr>
            <a:srgbClr val="FA7B17"/>
          </p15:clr>
        </p15:guide>
        <p15:guide id="3" orient="horz" pos="227">
          <p15:clr>
            <a:srgbClr val="FA7B17"/>
          </p15:clr>
        </p15:guide>
        <p15:guide id="4" orient="horz" pos="2948">
          <p15:clr>
            <a:srgbClr val="FA7B17"/>
          </p15:clr>
        </p15:guide>
        <p15:guide id="5" pos="2880">
          <p15:clr>
            <a:srgbClr val="FA7B17"/>
          </p15:clr>
        </p15:guide>
        <p15:guide id="6" orient="horz" pos="1757">
          <p15:clr>
            <a:srgbClr val="FA7B17"/>
          </p15:clr>
        </p15:guide>
        <p15:guide id="7" pos="2721">
          <p15:clr>
            <a:srgbClr val="FA7B17"/>
          </p15:clr>
        </p15:guide>
        <p15:guide id="8" pos="3039">
          <p15:clr>
            <a:srgbClr val="FA7B17"/>
          </p15:clr>
        </p15:guide>
        <p15:guide id="9" orient="horz" pos="136">
          <p15:clr>
            <a:srgbClr val="FA7B17"/>
          </p15:clr>
        </p15:guide>
        <p15:guide id="10" orient="horz" pos="567">
          <p15:clr>
            <a:srgbClr val="FA7B17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3 1">
  <p:cSld name="TITLE_AND_BODY_15"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75"/>
          <p:cNvSpPr txBox="1"/>
          <p:nvPr>
            <p:ph type="title"/>
          </p:nvPr>
        </p:nvSpPr>
        <p:spPr>
          <a:xfrm>
            <a:off x="360000" y="216425"/>
            <a:ext cx="8424000" cy="5727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1" name="Google Shape;291;p75"/>
          <p:cNvSpPr txBox="1"/>
          <p:nvPr>
            <p:ph idx="1" type="subTitle"/>
          </p:nvPr>
        </p:nvSpPr>
        <p:spPr>
          <a:xfrm>
            <a:off x="360000" y="548125"/>
            <a:ext cx="8424000" cy="403200"/>
          </a:xfrm>
          <a:prstGeom prst="rect">
            <a:avLst/>
          </a:prstGeom>
        </p:spPr>
        <p:txBody>
          <a:bodyPr anchorCtr="0" anchor="t" bIns="91425" lIns="1080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27">
          <p15:clr>
            <a:srgbClr val="FA7B17"/>
          </p15:clr>
        </p15:guide>
        <p15:guide id="2" pos="5533">
          <p15:clr>
            <a:srgbClr val="FA7B17"/>
          </p15:clr>
        </p15:guide>
        <p15:guide id="3" orient="horz" pos="227">
          <p15:clr>
            <a:srgbClr val="FA7B17"/>
          </p15:clr>
        </p15:guide>
        <p15:guide id="4" orient="horz" pos="2948">
          <p15:clr>
            <a:srgbClr val="FA7B17"/>
          </p15:clr>
        </p15:guide>
        <p15:guide id="5" pos="2880">
          <p15:clr>
            <a:srgbClr val="FA7B17"/>
          </p15:clr>
        </p15:guide>
        <p15:guide id="6" orient="horz" pos="1757">
          <p15:clr>
            <a:srgbClr val="FA7B17"/>
          </p15:clr>
        </p15:guide>
        <p15:guide id="7" pos="2721">
          <p15:clr>
            <a:srgbClr val="FA7B17"/>
          </p15:clr>
        </p15:guide>
        <p15:guide id="8" pos="3039">
          <p15:clr>
            <a:srgbClr val="FA7B17"/>
          </p15:clr>
        </p15:guide>
        <p15:guide id="9" orient="horz" pos="136">
          <p15:clr>
            <a:srgbClr val="FA7B17"/>
          </p15:clr>
        </p15:guide>
        <p15:guide id="10" orient="horz" pos="567">
          <p15:clr>
            <a:srgbClr val="FA7B17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9 2">
  <p:cSld name="TITLE_AND_BODY_17_3"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76"/>
          <p:cNvSpPr txBox="1"/>
          <p:nvPr>
            <p:ph type="title"/>
          </p:nvPr>
        </p:nvSpPr>
        <p:spPr>
          <a:xfrm>
            <a:off x="360000" y="216425"/>
            <a:ext cx="8424000" cy="5727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4" name="Google Shape;294;p76"/>
          <p:cNvSpPr txBox="1"/>
          <p:nvPr>
            <p:ph idx="1" type="subTitle"/>
          </p:nvPr>
        </p:nvSpPr>
        <p:spPr>
          <a:xfrm>
            <a:off x="360000" y="548125"/>
            <a:ext cx="8424000" cy="403200"/>
          </a:xfrm>
          <a:prstGeom prst="rect">
            <a:avLst/>
          </a:prstGeom>
        </p:spPr>
        <p:txBody>
          <a:bodyPr anchorCtr="0" anchor="t" bIns="91425" lIns="1080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27">
          <p15:clr>
            <a:srgbClr val="FA7B17"/>
          </p15:clr>
        </p15:guide>
        <p15:guide id="2" pos="5533">
          <p15:clr>
            <a:srgbClr val="FA7B17"/>
          </p15:clr>
        </p15:guide>
        <p15:guide id="3" orient="horz" pos="227">
          <p15:clr>
            <a:srgbClr val="FA7B17"/>
          </p15:clr>
        </p15:guide>
        <p15:guide id="4" orient="horz" pos="2948">
          <p15:clr>
            <a:srgbClr val="FA7B17"/>
          </p15:clr>
        </p15:guide>
        <p15:guide id="5" pos="2880">
          <p15:clr>
            <a:srgbClr val="FA7B17"/>
          </p15:clr>
        </p15:guide>
        <p15:guide id="6" orient="horz" pos="1757">
          <p15:clr>
            <a:srgbClr val="FA7B17"/>
          </p15:clr>
        </p15:guide>
        <p15:guide id="7" pos="2721">
          <p15:clr>
            <a:srgbClr val="FA7B17"/>
          </p15:clr>
        </p15:guide>
        <p15:guide id="8" pos="3039">
          <p15:clr>
            <a:srgbClr val="FA7B17"/>
          </p15:clr>
        </p15:guide>
        <p15:guide id="9" orient="horz" pos="136">
          <p15:clr>
            <a:srgbClr val="FA7B17"/>
          </p15:clr>
        </p15:guide>
        <p15:guide id="10" orient="horz" pos="567">
          <p15:clr>
            <a:srgbClr val="FA7B17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-Column-Small-Headline-Right">
  <p:cSld name="ONE_COLUMN_TEXT_1"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77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77"/>
          <p:cNvSpPr txBox="1"/>
          <p:nvPr>
            <p:ph idx="1" type="body"/>
          </p:nvPr>
        </p:nvSpPr>
        <p:spPr>
          <a:xfrm>
            <a:off x="4824000" y="1080000"/>
            <a:ext cx="3960000" cy="3780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8" name="Google Shape;298;p77"/>
          <p:cNvSpPr txBox="1"/>
          <p:nvPr>
            <p:ph type="title"/>
          </p:nvPr>
        </p:nvSpPr>
        <p:spPr>
          <a:xfrm>
            <a:off x="4824000" y="216425"/>
            <a:ext cx="4212000" cy="5727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680">
          <p15:clr>
            <a:srgbClr val="FA7B17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se-Image-left">
  <p:cSld name="CUSTOM_2"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78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78"/>
          <p:cNvSpPr txBox="1"/>
          <p:nvPr>
            <p:ph idx="1" type="body"/>
          </p:nvPr>
        </p:nvSpPr>
        <p:spPr>
          <a:xfrm>
            <a:off x="4819495" y="1080000"/>
            <a:ext cx="3960000" cy="36000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2" name="Google Shape;302;p78"/>
          <p:cNvSpPr txBox="1"/>
          <p:nvPr>
            <p:ph type="title"/>
          </p:nvPr>
        </p:nvSpPr>
        <p:spPr>
          <a:xfrm>
            <a:off x="4819500" y="216425"/>
            <a:ext cx="3960000" cy="5727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se-Image-left 1">
  <p:cSld name="CUSTOM_3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79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79"/>
          <p:cNvSpPr txBox="1"/>
          <p:nvPr>
            <p:ph idx="1" type="body"/>
          </p:nvPr>
        </p:nvSpPr>
        <p:spPr>
          <a:xfrm>
            <a:off x="4819495" y="1080000"/>
            <a:ext cx="3960000" cy="36000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6" name="Google Shape;306;p79"/>
          <p:cNvSpPr txBox="1"/>
          <p:nvPr>
            <p:ph type="title"/>
          </p:nvPr>
        </p:nvSpPr>
        <p:spPr>
          <a:xfrm>
            <a:off x="4819500" y="216425"/>
            <a:ext cx="3960000" cy="5727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r Titel 2">
  <p:cSld name="Nur Titel"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80"/>
          <p:cNvSpPr txBox="1"/>
          <p:nvPr>
            <p:ph type="title"/>
          </p:nvPr>
        </p:nvSpPr>
        <p:spPr>
          <a:xfrm>
            <a:off x="305990" y="225377"/>
            <a:ext cx="85320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9" name="Google Shape;309;p80"/>
          <p:cNvSpPr txBox="1"/>
          <p:nvPr>
            <p:ph idx="1" type="body"/>
          </p:nvPr>
        </p:nvSpPr>
        <p:spPr>
          <a:xfrm>
            <a:off x="696822" y="4873073"/>
            <a:ext cx="7475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-2667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Char char="●"/>
              <a:defRPr sz="600"/>
            </a:lvl1pPr>
            <a:lvl2pPr indent="-2794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se-Image-left 2">
  <p:cSld name="CUSTOM_4"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81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81"/>
          <p:cNvSpPr txBox="1"/>
          <p:nvPr>
            <p:ph idx="1" type="body"/>
          </p:nvPr>
        </p:nvSpPr>
        <p:spPr>
          <a:xfrm>
            <a:off x="4819495" y="1080000"/>
            <a:ext cx="3960000" cy="36000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3" name="Google Shape;313;p81"/>
          <p:cNvSpPr txBox="1"/>
          <p:nvPr>
            <p:ph type="title"/>
          </p:nvPr>
        </p:nvSpPr>
        <p:spPr>
          <a:xfrm>
            <a:off x="4819500" y="216425"/>
            <a:ext cx="3960000" cy="5727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4.xml"/><Relationship Id="rId15" Type="http://schemas.openxmlformats.org/officeDocument/2006/relationships/slideLayout" Target="../slideLayouts/slideLayout25.xml"/><Relationship Id="rId16" Type="http://schemas.openxmlformats.org/officeDocument/2006/relationships/slideLayout" Target="../slideLayouts/slideLayout26.xml"/><Relationship Id="rId17" Type="http://schemas.openxmlformats.org/officeDocument/2006/relationships/slideLayout" Target="../slideLayouts/slideLayout27.xml"/><Relationship Id="rId18" Type="http://schemas.openxmlformats.org/officeDocument/2006/relationships/slideLayout" Target="../slideLayouts/slideLayout28.xml"/><Relationship Id="rId19" Type="http://schemas.openxmlformats.org/officeDocument/2006/relationships/slideLayout" Target="../slideLayouts/slideLayout29.xml"/><Relationship Id="rId20" Type="http://schemas.openxmlformats.org/officeDocument/2006/relationships/slideLayout" Target="../slideLayouts/slideLayout30.xml"/><Relationship Id="rId21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2.xml"/><Relationship Id="rId23" Type="http://schemas.openxmlformats.org/officeDocument/2006/relationships/slideLayout" Target="../slideLayouts/slideLayout33.xml"/><Relationship Id="rId24" Type="http://schemas.openxmlformats.org/officeDocument/2006/relationships/slideLayout" Target="../slideLayouts/slideLayout34.xml"/><Relationship Id="rId25" Type="http://schemas.openxmlformats.org/officeDocument/2006/relationships/slideLayout" Target="../slideLayouts/slideLayout35.xml"/><Relationship Id="rId26" Type="http://schemas.openxmlformats.org/officeDocument/2006/relationships/slideLayout" Target="../slideLayouts/slideLayout36.xml"/><Relationship Id="rId27" Type="http://schemas.openxmlformats.org/officeDocument/2006/relationships/slideLayout" Target="../slideLayouts/slideLayout37.xml"/><Relationship Id="rId28" Type="http://schemas.openxmlformats.org/officeDocument/2006/relationships/slideLayout" Target="../slideLayouts/slideLayout38.xml"/><Relationship Id="rId29" Type="http://schemas.openxmlformats.org/officeDocument/2006/relationships/slideLayout" Target="../slideLayouts/slideLayout39.xml"/><Relationship Id="rId30" Type="http://schemas.openxmlformats.org/officeDocument/2006/relationships/slideLayout" Target="../slideLayouts/slideLayout40.xml"/><Relationship Id="rId31" Type="http://schemas.openxmlformats.org/officeDocument/2006/relationships/slideLayout" Target="../slideLayouts/slideLayout41.xml"/><Relationship Id="rId32" Type="http://schemas.openxmlformats.org/officeDocument/2006/relationships/theme" Target="../theme/theme4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2.xml"/><Relationship Id="rId3" Type="http://schemas.openxmlformats.org/officeDocument/2006/relationships/slideLayout" Target="../slideLayouts/slideLayout43.xml"/><Relationship Id="rId4" Type="http://schemas.openxmlformats.org/officeDocument/2006/relationships/slideLayout" Target="../slideLayouts/slideLayout44.xml"/><Relationship Id="rId5" Type="http://schemas.openxmlformats.org/officeDocument/2006/relationships/slideLayout" Target="../slideLayouts/slideLayout45.xml"/><Relationship Id="rId6" Type="http://schemas.openxmlformats.org/officeDocument/2006/relationships/slideLayout" Target="../slideLayouts/slideLayout46.xml"/><Relationship Id="rId7" Type="http://schemas.openxmlformats.org/officeDocument/2006/relationships/slideLayout" Target="../slideLayouts/slideLayout47.xml"/><Relationship Id="rId8" Type="http://schemas.openxmlformats.org/officeDocument/2006/relationships/slideLayout" Target="../slideLayouts/slideLayout48.xml"/><Relationship Id="rId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1.xml"/><Relationship Id="rId12" Type="http://schemas.openxmlformats.org/officeDocument/2006/relationships/slideLayout" Target="../slideLayouts/slideLayout52.xml"/><Relationship Id="rId13" Type="http://schemas.openxmlformats.org/officeDocument/2006/relationships/slideLayout" Target="../slideLayouts/slideLayout53.xml"/><Relationship Id="rId14" Type="http://schemas.openxmlformats.org/officeDocument/2006/relationships/slideLayout" Target="../slideLayouts/slideLayout54.xml"/><Relationship Id="rId15" Type="http://schemas.openxmlformats.org/officeDocument/2006/relationships/slideLayout" Target="../slideLayouts/slideLayout55.xml"/><Relationship Id="rId16" Type="http://schemas.openxmlformats.org/officeDocument/2006/relationships/slideLayout" Target="../slideLayouts/slideLayout56.xml"/><Relationship Id="rId17" Type="http://schemas.openxmlformats.org/officeDocument/2006/relationships/slideLayout" Target="../slideLayouts/slideLayout57.xml"/><Relationship Id="rId18" Type="http://schemas.openxmlformats.org/officeDocument/2006/relationships/slideLayout" Target="../slideLayouts/slideLayout58.xml"/><Relationship Id="rId1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60.xml"/><Relationship Id="rId21" Type="http://schemas.openxmlformats.org/officeDocument/2006/relationships/slideLayout" Target="../slideLayouts/slideLayout61.xml"/><Relationship Id="rId22" Type="http://schemas.openxmlformats.org/officeDocument/2006/relationships/slideLayout" Target="../slideLayouts/slideLayout62.xml"/><Relationship Id="rId23" Type="http://schemas.openxmlformats.org/officeDocument/2006/relationships/slideLayout" Target="../slideLayouts/slideLayout63.xml"/><Relationship Id="rId24" Type="http://schemas.openxmlformats.org/officeDocument/2006/relationships/slideLayout" Target="../slideLayouts/slideLayout64.xml"/><Relationship Id="rId25" Type="http://schemas.openxmlformats.org/officeDocument/2006/relationships/slideLayout" Target="../slideLayouts/slideLayout65.xml"/><Relationship Id="rId26" Type="http://schemas.openxmlformats.org/officeDocument/2006/relationships/slideLayout" Target="../slideLayouts/slideLayout66.xml"/><Relationship Id="rId27" Type="http://schemas.openxmlformats.org/officeDocument/2006/relationships/slideLayout" Target="../slideLayouts/slideLayout67.xml"/><Relationship Id="rId28" Type="http://schemas.openxmlformats.org/officeDocument/2006/relationships/slideLayout" Target="../slideLayouts/slideLayout68.xml"/><Relationship Id="rId29" Type="http://schemas.openxmlformats.org/officeDocument/2006/relationships/slideLayout" Target="../slideLayouts/slideLayout69.xml"/><Relationship Id="rId30" Type="http://schemas.openxmlformats.org/officeDocument/2006/relationships/slideLayout" Target="../slideLayouts/slideLayout70.xml"/><Relationship Id="rId31" Type="http://schemas.openxmlformats.org/officeDocument/2006/relationships/slideLayout" Target="../slideLayouts/slideLayout71.xml"/><Relationship Id="rId32" Type="http://schemas.openxmlformats.org/officeDocument/2006/relationships/slideLayout" Target="../slideLayouts/slideLayout72.xml"/><Relationship Id="rId33" Type="http://schemas.openxmlformats.org/officeDocument/2006/relationships/slideLayout" Target="../slideLayouts/slideLayout73.xml"/><Relationship Id="rId34" Type="http://schemas.openxmlformats.org/officeDocument/2006/relationships/slideLayout" Target="../slideLayouts/slideLayout74.xml"/><Relationship Id="rId35" Type="http://schemas.openxmlformats.org/officeDocument/2006/relationships/slideLayout" Target="../slideLayouts/slideLayout75.xml"/><Relationship Id="rId36" Type="http://schemas.openxmlformats.org/officeDocument/2006/relationships/slideLayout" Target="../slideLayouts/slideLayout76.xml"/><Relationship Id="rId37" Type="http://schemas.openxmlformats.org/officeDocument/2006/relationships/slideLayout" Target="../slideLayouts/slideLayout77.xml"/><Relationship Id="rId38" Type="http://schemas.openxmlformats.org/officeDocument/2006/relationships/slideLayout" Target="../slideLayouts/slideLayout78.xml"/><Relationship Id="rId39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60000" y="216425"/>
            <a:ext cx="8421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Black"/>
              <a:buNone/>
              <a:defRPr sz="2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60000" y="900000"/>
            <a:ext cx="8421300" cy="37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pic>
        <p:nvPicPr>
          <p:cNvPr id="53" name="Google Shape;53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421384" y="4677867"/>
            <a:ext cx="360000" cy="360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  <p:sldLayoutId id="2147483672" r:id="rId15"/>
    <p:sldLayoutId id="2147483673" r:id="rId16"/>
    <p:sldLayoutId id="2147483674" r:id="rId17"/>
    <p:sldLayoutId id="2147483675" r:id="rId18"/>
    <p:sldLayoutId id="2147483676" r:id="rId19"/>
    <p:sldLayoutId id="2147483677" r:id="rId20"/>
    <p:sldLayoutId id="2147483678" r:id="rId21"/>
    <p:sldLayoutId id="2147483679" r:id="rId22"/>
    <p:sldLayoutId id="2147483680" r:id="rId23"/>
    <p:sldLayoutId id="2147483681" r:id="rId24"/>
    <p:sldLayoutId id="2147483682" r:id="rId25"/>
    <p:sldLayoutId id="2147483683" r:id="rId26"/>
    <p:sldLayoutId id="2147483684" r:id="rId27"/>
    <p:sldLayoutId id="2147483685" r:id="rId28"/>
    <p:sldLayoutId id="2147483686" r:id="rId29"/>
    <p:sldLayoutId id="2147483687" r:id="rId30"/>
    <p:sldLayoutId id="2147483688" r:id="rId3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27">
          <p15:clr>
            <a:srgbClr val="EA4335"/>
          </p15:clr>
        </p15:guide>
        <p15:guide id="2" pos="5533">
          <p15:clr>
            <a:srgbClr val="EA4335"/>
          </p15:clr>
        </p15:guide>
        <p15:guide id="3" orient="horz" pos="136">
          <p15:clr>
            <a:srgbClr val="EA4335"/>
          </p15:clr>
        </p15:guide>
        <p15:guide id="4" orient="horz" pos="227">
          <p15:clr>
            <a:srgbClr val="EA4335"/>
          </p15:clr>
        </p15:guide>
        <p15:guide id="5" pos="2880">
          <p15:clr>
            <a:srgbClr val="EA4335"/>
          </p15:clr>
        </p15:guide>
        <p15:guide id="6" orient="horz" pos="2948">
          <p15:clr>
            <a:srgbClr val="EA4335"/>
          </p15:clr>
        </p15:guide>
        <p15:guide id="7" orient="horz" pos="1757">
          <p15:clr>
            <a:srgbClr val="EA4335"/>
          </p15:clr>
        </p15:guide>
        <p15:guide id="8" pos="2721">
          <p15:clr>
            <a:srgbClr val="EA4335"/>
          </p15:clr>
        </p15:guide>
        <p15:guide id="9" pos="3039">
          <p15:clr>
            <a:srgbClr val="EA4335"/>
          </p15:clr>
        </p15:guide>
        <p15:guide id="10" orient="horz" pos="567">
          <p15:clr>
            <a:srgbClr val="EA4335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44"/>
          <p:cNvSpPr txBox="1"/>
          <p:nvPr>
            <p:ph type="title"/>
          </p:nvPr>
        </p:nvSpPr>
        <p:spPr>
          <a:xfrm>
            <a:off x="360000" y="216425"/>
            <a:ext cx="8421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Black"/>
              <a:buNone/>
              <a:defRPr sz="2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8" name="Google Shape;168;p44"/>
          <p:cNvSpPr txBox="1"/>
          <p:nvPr>
            <p:ph idx="1" type="body"/>
          </p:nvPr>
        </p:nvSpPr>
        <p:spPr>
          <a:xfrm>
            <a:off x="360000" y="900000"/>
            <a:ext cx="8421300" cy="37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pic>
        <p:nvPicPr>
          <p:cNvPr id="169" name="Google Shape;169;p4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421384" y="4677867"/>
            <a:ext cx="360000" cy="360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  <p:sldLayoutId id="2147483701" r:id="rId14"/>
    <p:sldLayoutId id="2147483702" r:id="rId15"/>
    <p:sldLayoutId id="2147483703" r:id="rId16"/>
    <p:sldLayoutId id="2147483704" r:id="rId17"/>
    <p:sldLayoutId id="2147483705" r:id="rId18"/>
    <p:sldLayoutId id="2147483706" r:id="rId19"/>
    <p:sldLayoutId id="2147483707" r:id="rId20"/>
    <p:sldLayoutId id="2147483708" r:id="rId21"/>
    <p:sldLayoutId id="2147483709" r:id="rId22"/>
    <p:sldLayoutId id="2147483710" r:id="rId23"/>
    <p:sldLayoutId id="2147483711" r:id="rId24"/>
    <p:sldLayoutId id="2147483712" r:id="rId25"/>
    <p:sldLayoutId id="2147483713" r:id="rId26"/>
    <p:sldLayoutId id="2147483714" r:id="rId27"/>
    <p:sldLayoutId id="2147483715" r:id="rId28"/>
    <p:sldLayoutId id="2147483716" r:id="rId29"/>
    <p:sldLayoutId id="2147483717" r:id="rId30"/>
    <p:sldLayoutId id="2147483718" r:id="rId31"/>
    <p:sldLayoutId id="2147483719" r:id="rId32"/>
    <p:sldLayoutId id="2147483720" r:id="rId33"/>
    <p:sldLayoutId id="2147483721" r:id="rId34"/>
    <p:sldLayoutId id="2147483722" r:id="rId35"/>
    <p:sldLayoutId id="2147483723" r:id="rId36"/>
    <p:sldLayoutId id="2147483724" r:id="rId37"/>
    <p:sldLayoutId id="2147483725" r:id="rId3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27">
          <p15:clr>
            <a:srgbClr val="EA4335"/>
          </p15:clr>
        </p15:guide>
        <p15:guide id="2" pos="5533">
          <p15:clr>
            <a:srgbClr val="EA4335"/>
          </p15:clr>
        </p15:guide>
        <p15:guide id="3" orient="horz" pos="136">
          <p15:clr>
            <a:srgbClr val="EA4335"/>
          </p15:clr>
        </p15:guide>
        <p15:guide id="4" orient="horz" pos="227">
          <p15:clr>
            <a:srgbClr val="EA4335"/>
          </p15:clr>
        </p15:guide>
        <p15:guide id="5" pos="2880">
          <p15:clr>
            <a:srgbClr val="EA4335"/>
          </p15:clr>
        </p15:guide>
        <p15:guide id="6" orient="horz" pos="2948">
          <p15:clr>
            <a:srgbClr val="EA4335"/>
          </p15:clr>
        </p15:guide>
        <p15:guide id="7" orient="horz" pos="1757">
          <p15:clr>
            <a:srgbClr val="EA4335"/>
          </p15:clr>
        </p15:guide>
        <p15:guide id="8" pos="2721">
          <p15:clr>
            <a:srgbClr val="EA4335"/>
          </p15:clr>
        </p15:guide>
        <p15:guide id="9" pos="3039">
          <p15:clr>
            <a:srgbClr val="EA4335"/>
          </p15:clr>
        </p15:guide>
        <p15:guide id="10" orient="horz" pos="567">
          <p15:clr>
            <a:srgbClr val="EA4335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8.png"/><Relationship Id="rId8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0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/>
              <a:t>TRACKING DOCS</a:t>
            </a:r>
          </a:p>
          <a:p>
            <a:r>
              <a:rPr sz="4400"/>
              <a:t>THAT DON'T SUCK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400"/>
              <a:t>Benedikt Buchert · Up Reply · Analytics Pioneers Summit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HI, I'M BENEDIKT</a:t>
            </a:r>
          </a:p>
        </p:txBody>
      </p:sp>
      <p:pic>
        <p:nvPicPr>
          <p:cNvPr id="3" name="Picture 2" descr="photo_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2651760" cy="2651760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640080" y="1234440"/>
            <a:ext cx="2651760" cy="2651760"/>
          </a:xfrm>
          <a:prstGeom prst="ellipse">
            <a:avLst/>
          </a:prstGeom>
          <a:noFill/>
          <a:ln w="38100">
            <a:solidFill>
              <a:srgbClr val="6D3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39" y="1325880"/>
            <a:ext cx="658368" cy="6583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846320" y="1325880"/>
            <a:ext cx="38404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1F1F2E"/>
                </a:solidFill>
                <a:latin typeface="Arial"/>
              </a:rPr>
              <a:t>tracking</a:t>
            </a:r>
          </a:p>
        </p:txBody>
      </p:sp>
      <p:pic>
        <p:nvPicPr>
          <p:cNvPr id="7" name="Picture 6" descr="tool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7639" y="2194560"/>
            <a:ext cx="658368" cy="6583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846320" y="2194560"/>
            <a:ext cx="38404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1F1F2E"/>
                </a:solidFill>
                <a:latin typeface="Arial"/>
              </a:rPr>
              <a:t>martech engineering</a:t>
            </a:r>
          </a:p>
        </p:txBody>
      </p:sp>
      <p:pic>
        <p:nvPicPr>
          <p:cNvPr id="9" name="Picture 8" descr="pretze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7639" y="3063239"/>
            <a:ext cx="658368" cy="6583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846320" y="3063239"/>
            <a:ext cx="38404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1F1F2E"/>
                </a:solidFill>
                <a:latin typeface="Arial"/>
              </a:rPr>
              <a:t>munich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5196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6B80"/>
                </a:solidFill>
                <a:latin typeface="Arial"/>
              </a:rPr>
              <a:t>github.com/benedikt-buchert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DO YOU DOCUMENT YOUR TRACKING?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0" y="56692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800" b="1">
                <a:solidFill>
                  <a:srgbClr val="6D3DF0"/>
                </a:solidFill>
                <a:latin typeface="Arial"/>
              </a:rPr>
              <a:t>hands up 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188720"/>
            <a:ext cx="2560320" cy="1463040"/>
          </a:xfrm>
          <a:prstGeom prst="roundRect">
            <a:avLst>
              <a:gd name="adj" fmla="val 12000"/>
            </a:avLst>
          </a:prstGeom>
          <a:solidFill>
            <a:srgbClr val="F1E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xc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554480"/>
            <a:ext cx="731520" cy="731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3040" y="1188720"/>
            <a:ext cx="1417319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1F1F2E"/>
                </a:solidFill>
                <a:latin typeface="Arial"/>
              </a:rPr>
              <a:t>excel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188720"/>
            <a:ext cx="2560320" cy="1463040"/>
          </a:xfrm>
          <a:prstGeom prst="roundRect">
            <a:avLst>
              <a:gd name="adj" fmla="val 12000"/>
            </a:avLst>
          </a:prstGeom>
          <a:solidFill>
            <a:srgbClr val="F1E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onflu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3008" y="1554480"/>
            <a:ext cx="731520" cy="7315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343400" y="1188720"/>
            <a:ext cx="1417319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1F1F2E"/>
                </a:solidFill>
                <a:latin typeface="Arial"/>
              </a:rPr>
              <a:t>confluence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188720"/>
            <a:ext cx="2560320" cy="1463040"/>
          </a:xfrm>
          <a:prstGeom prst="roundRect">
            <a:avLst>
              <a:gd name="adj" fmla="val 12000"/>
            </a:avLst>
          </a:prstGeom>
          <a:solidFill>
            <a:srgbClr val="F1E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do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3368" y="1554480"/>
            <a:ext cx="731520" cy="7315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223760" y="1188720"/>
            <a:ext cx="1417319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1F1F2E"/>
                </a:solidFill>
                <a:latin typeface="Arial"/>
              </a:rPr>
              <a:t>google doc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2926080"/>
            <a:ext cx="2560320" cy="1463040"/>
          </a:xfrm>
          <a:prstGeom prst="roundRect">
            <a:avLst>
              <a:gd name="adj" fmla="val 12000"/>
            </a:avLst>
          </a:prstGeom>
          <a:solidFill>
            <a:srgbClr val="F1E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dav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" y="3291840"/>
            <a:ext cx="731520" cy="7315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463040" y="2926080"/>
            <a:ext cx="1417319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1F1F2E"/>
                </a:solidFill>
                <a:latin typeface="Arial"/>
              </a:rPr>
              <a:t>"ask dave"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91840" y="2926080"/>
            <a:ext cx="2560320" cy="1463040"/>
          </a:xfrm>
          <a:prstGeom prst="roundRect">
            <a:avLst>
              <a:gd name="adj" fmla="val 12000"/>
            </a:avLst>
          </a:prstGeom>
          <a:solidFill>
            <a:srgbClr val="F1E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cod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93008" y="3291840"/>
            <a:ext cx="731520" cy="7315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343400" y="2926080"/>
            <a:ext cx="1417319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1F1F2E"/>
                </a:solidFill>
                <a:latin typeface="Arial"/>
              </a:rPr>
              <a:t>"the code is</a:t>
            </a:r>
          </a:p>
          <a:p>
            <a:pPr algn="l"/>
            <a:r>
              <a:rPr sz="1700" b="1">
                <a:solidFill>
                  <a:srgbClr val="1F1F2E"/>
                </a:solidFill>
                <a:latin typeface="Arial"/>
              </a:rPr>
              <a:t>the doc"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2926080"/>
            <a:ext cx="2560320" cy="1463040"/>
          </a:xfrm>
          <a:prstGeom prst="roundRect">
            <a:avLst>
              <a:gd name="adj" fmla="val 12000"/>
            </a:avLst>
          </a:prstGeom>
          <a:solidFill>
            <a:srgbClr val="F1E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hru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3368" y="3291840"/>
            <a:ext cx="731520" cy="7315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223760" y="2926080"/>
            <a:ext cx="1417319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1F1F2E"/>
                </a:solidFill>
                <a:latin typeface="Arial"/>
              </a:rPr>
              <a:t>nothing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SOUND FAMILIAR?</a:t>
            </a:r>
          </a:p>
        </p:txBody>
      </p:sp>
      <p:pic>
        <p:nvPicPr>
          <p:cNvPr id="3" name="Picture 2" descr="exc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39" y="960120"/>
            <a:ext cx="8503920" cy="3603536"/>
          </a:xfrm>
          <a:prstGeom prst="rect">
            <a:avLst/>
          </a:prstGeom>
          <a:ln w="9525">
            <a:solidFill>
              <a:srgbClr val="D0D0D8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me_change_my_mi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7494" y="411480"/>
            <a:ext cx="3529012" cy="35661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56616" y="4160520"/>
            <a:ext cx="84216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  <a:latin typeface="Arial"/>
              </a:rPr>
              <a:t>excel can't fail a test.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6616" y="822960"/>
            <a:ext cx="8421624" cy="1188720"/>
          </a:xfrm>
        </p:spPr>
        <p:txBody>
          <a:bodyPr/>
          <a:lstStyle/>
          <a:p>
            <a:r>
              <a:rPr sz="4000"/>
              <a:t>let's build docs that can fail.</a:t>
            </a:r>
          </a:p>
        </p:txBody>
      </p:sp>
      <p:pic>
        <p:nvPicPr>
          <p:cNvPr id="3" name="Picture 2" descr="penc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2331720"/>
            <a:ext cx="1005840" cy="1005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47472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251460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0">
                <a:solidFill>
                  <a:srgbClr val="FFFFFF"/>
                </a:solidFill>
                <a:latin typeface="Arial"/>
              </a:rPr>
              <a:t>→</a:t>
            </a:r>
          </a:p>
        </p:txBody>
      </p:sp>
      <p:pic>
        <p:nvPicPr>
          <p:cNvPr id="6" name="Picture 5" descr="p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9080" y="2331720"/>
            <a:ext cx="1005840" cy="1005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0" y="347472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docs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251460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0">
                <a:solidFill>
                  <a:srgbClr val="FFFFFF"/>
                </a:solidFill>
                <a:latin typeface="Arial"/>
              </a:rPr>
              <a:t>→</a:t>
            </a:r>
          </a:p>
        </p:txBody>
      </p:sp>
      <p:pic>
        <p:nvPicPr>
          <p:cNvPr id="9" name="Picture 8" descr="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2331720"/>
            <a:ext cx="1005840" cy="10058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0" y="347472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validate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STEAL THIS</a:t>
            </a:r>
          </a:p>
        </p:txBody>
      </p:sp>
      <p:pic>
        <p:nvPicPr>
          <p:cNvPr id="3" name="Picture 2" descr="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51560"/>
            <a:ext cx="3108960" cy="3108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0" y="114300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6D3DF0"/>
                </a:solidFill>
                <a:latin typeface="Arial"/>
              </a:rPr>
              <a:t>github.com/benedikt-buchert/tracking_docs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1783080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80"/>
                </a:solidFill>
                <a:latin typeface="Arial"/>
              </a:rPr>
              <a:t>start in one 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2103120"/>
            <a:ext cx="4754880" cy="868680"/>
          </a:xfrm>
          <a:prstGeom prst="roundRect">
            <a:avLst>
              <a:gd name="adj" fmla="val 12000"/>
            </a:avLst>
          </a:prstGeom>
          <a:solidFill>
            <a:srgbClr val="1F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51960" y="2103120"/>
            <a:ext cx="45720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ourier New"/>
              </a:rPr>
              <a:t>npx create-docusaurus@3.7.0 my-docs \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Courier New"/>
              </a:rPr>
              <a:t>  https://github.com/benedikt-buchert/tracking_docs.git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3246120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80"/>
                </a:solidFill>
                <a:latin typeface="Arial"/>
              </a:rPr>
              <a:t>live demo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352044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1F2E"/>
                </a:solidFill>
                <a:latin typeface="Arial"/>
              </a:rPr>
              <a:t>tracking-docs-demo.buchert.digital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406908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6D3DF0"/>
                </a:solidFill>
                <a:latin typeface="Arial"/>
              </a:rPr>
              <a:t>⭐ stars welcome. questions now!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Portaltech-South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2CC783"/>
      </a:accent1>
      <a:accent2>
        <a:srgbClr val="25B798"/>
      </a:accent2>
      <a:accent3>
        <a:srgbClr val="1DA7AD"/>
      </a:accent3>
      <a:accent4>
        <a:srgbClr val="1592B9"/>
      </a:accent4>
      <a:accent5>
        <a:srgbClr val="1080CF"/>
      </a:accent5>
      <a:accent6>
        <a:srgbClr val="0761CF"/>
      </a:accent6>
      <a:hlink>
        <a:srgbClr val="044DE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Portaltech-South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2CC783"/>
      </a:accent1>
      <a:accent2>
        <a:srgbClr val="25B798"/>
      </a:accent2>
      <a:accent3>
        <a:srgbClr val="1DA7AD"/>
      </a:accent3>
      <a:accent4>
        <a:srgbClr val="1592B9"/>
      </a:accent4>
      <a:accent5>
        <a:srgbClr val="1080CF"/>
      </a:accent5>
      <a:accent6>
        <a:srgbClr val="0761CF"/>
      </a:accent6>
      <a:hlink>
        <a:srgbClr val="044DE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